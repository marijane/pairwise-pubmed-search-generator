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webextensions/webextension1.xml" ContentType="application/vnd.ms-office.webextension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7"/>
  </p:notesMasterIdLst>
  <p:sldIdLst>
    <p:sldId id="259" r:id="rId2"/>
    <p:sldId id="262" r:id="rId3"/>
    <p:sldId id="266" r:id="rId4"/>
    <p:sldId id="263" r:id="rId5"/>
    <p:sldId id="264" r:id="rId6"/>
    <p:sldId id="275" r:id="rId7"/>
    <p:sldId id="260" r:id="rId8"/>
    <p:sldId id="267" r:id="rId9"/>
    <p:sldId id="258" r:id="rId10"/>
    <p:sldId id="274" r:id="rId11"/>
    <p:sldId id="269" r:id="rId12"/>
    <p:sldId id="277" r:id="rId13"/>
    <p:sldId id="270" r:id="rId14"/>
    <p:sldId id="271" r:id="rId15"/>
    <p:sldId id="268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75"/>
    <p:restoredTop sz="94660"/>
  </p:normalViewPr>
  <p:slideViewPr>
    <p:cSldViewPr snapToGrid="0">
      <p:cViewPr varScale="1">
        <p:scale>
          <a:sx n="159" d="100"/>
          <a:sy n="159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A7DBD5-7255-473F-B557-5AA00B663C4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501CF0-C150-4802-9BFC-D42CB5A81071}">
      <dgm:prSet custT="1"/>
      <dgm:spPr/>
      <dgm:t>
        <a:bodyPr/>
        <a:lstStyle/>
        <a:p>
          <a:r>
            <a:rPr lang="en-US" sz="2400" dirty="0"/>
            <a:t>Currently</a:t>
          </a:r>
        </a:p>
      </dgm:t>
      <dgm:extLst>
        <a:ext uri="{E40237B7-FDA0-4F09-8148-C483321AD2D9}">
          <dgm14:cNvPr xmlns:dgm14="http://schemas.microsoft.com/office/drawing/2010/diagram" id="0" name="" descr="Currently&#13;&#10;&#9;Data and Research Engagement Librarian @ OHSU&#13;&#10;&#9;MLA Systematic Review Services Specialization, Level 1&#13;&#10;Previously&#13;&#10;&#9;Ontologist/Semantic Modeler&#13;&#10;&#9;Content Manager/Corporate Librarian&#13;&#10;&#9;Technical Writer/Editor&#13;&#10;&#9;Software Testing/Quality Assessment&#13;&#10;Interests&#13;&#10;&#9;Systematic Search&#13;&#10;&#9;Search Reproducibility&#13;&#10;&#9;Python Programming&#13;&#10;"/>
        </a:ext>
      </dgm:extLst>
    </dgm:pt>
    <dgm:pt modelId="{3195A5A4-10D5-492D-852E-647858A9F866}" type="parTrans" cxnId="{624B296D-DCAC-485B-A25C-D5AF3C6481D4}">
      <dgm:prSet/>
      <dgm:spPr/>
      <dgm:t>
        <a:bodyPr/>
        <a:lstStyle/>
        <a:p>
          <a:endParaRPr lang="en-US"/>
        </a:p>
      </dgm:t>
    </dgm:pt>
    <dgm:pt modelId="{CC369FA9-8E23-47B6-BBD0-49A9D03D29D7}" type="sibTrans" cxnId="{624B296D-DCAC-485B-A25C-D5AF3C6481D4}">
      <dgm:prSet/>
      <dgm:spPr/>
      <dgm:t>
        <a:bodyPr/>
        <a:lstStyle/>
        <a:p>
          <a:endParaRPr lang="en-US"/>
        </a:p>
      </dgm:t>
    </dgm:pt>
    <dgm:pt modelId="{88D1DA9A-57A8-465F-BC9D-2BA3E36536CF}">
      <dgm:prSet custT="1"/>
      <dgm:spPr/>
      <dgm:t>
        <a:bodyPr/>
        <a:lstStyle/>
        <a:p>
          <a:r>
            <a:rPr lang="en-US" sz="2000" dirty="0"/>
            <a:t>Data and Research Engagement Librarian @ Oregon Health &amp; Science University</a:t>
          </a:r>
        </a:p>
      </dgm:t>
      <dgm:extLst>
        <a:ext uri="{E40237B7-FDA0-4F09-8148-C483321AD2D9}">
          <dgm14:cNvPr xmlns:dgm14="http://schemas.microsoft.com/office/drawing/2010/diagram" id="0" name="" descr="Currently&#13;&#10;&#9;Data and Research Engagement Librarian @ OHSU&#13;&#10;&#9;MLA Systematic Review Services Specialization, Level 1&#13;&#10;Previously&#13;&#10;&#9;Ontologist/Semantic Modeler&#13;&#10;&#9;Content Manager/Corporate Librarian&#13;&#10;&#9;Technical Writer/Editor&#13;&#10;&#9;Software Testing/Quality Assessment&#13;&#10;Interests&#13;&#10;&#9;Systematic Search&#13;&#10;&#9;Search Reproducibility&#13;&#10;&#9;Python Programming&#13;&#10;"/>
        </a:ext>
      </dgm:extLst>
    </dgm:pt>
    <dgm:pt modelId="{C4218AFB-3248-4839-BB9C-B31BC4CF2AEA}" type="parTrans" cxnId="{F7FAFF38-2FC6-4EB3-A63D-405FAE3CC5E9}">
      <dgm:prSet/>
      <dgm:spPr/>
      <dgm:t>
        <a:bodyPr/>
        <a:lstStyle/>
        <a:p>
          <a:endParaRPr lang="en-US"/>
        </a:p>
      </dgm:t>
    </dgm:pt>
    <dgm:pt modelId="{B4E61620-85B3-4266-AB9C-A0E45B1EBD19}" type="sibTrans" cxnId="{F7FAFF38-2FC6-4EB3-A63D-405FAE3CC5E9}">
      <dgm:prSet/>
      <dgm:spPr/>
      <dgm:t>
        <a:bodyPr/>
        <a:lstStyle/>
        <a:p>
          <a:endParaRPr lang="en-US"/>
        </a:p>
      </dgm:t>
    </dgm:pt>
    <dgm:pt modelId="{091D0AC4-5C36-4425-8182-97B5E7E7C10C}">
      <dgm:prSet custT="1"/>
      <dgm:spPr/>
      <dgm:t>
        <a:bodyPr/>
        <a:lstStyle/>
        <a:p>
          <a:r>
            <a:rPr lang="en-US" sz="2000" dirty="0"/>
            <a:t>MLA Systematic Review Services Specialization</a:t>
          </a:r>
        </a:p>
      </dgm:t>
    </dgm:pt>
    <dgm:pt modelId="{27F291AA-7EF1-49B0-9BCC-57311A7458D0}" type="parTrans" cxnId="{51E6E104-BCE1-47E1-B186-0926E9CC92E0}">
      <dgm:prSet/>
      <dgm:spPr/>
      <dgm:t>
        <a:bodyPr/>
        <a:lstStyle/>
        <a:p>
          <a:endParaRPr lang="en-US"/>
        </a:p>
      </dgm:t>
    </dgm:pt>
    <dgm:pt modelId="{534C8B0D-97E6-4593-820F-2DA60590F907}" type="sibTrans" cxnId="{51E6E104-BCE1-47E1-B186-0926E9CC92E0}">
      <dgm:prSet/>
      <dgm:spPr/>
      <dgm:t>
        <a:bodyPr/>
        <a:lstStyle/>
        <a:p>
          <a:endParaRPr lang="en-US"/>
        </a:p>
      </dgm:t>
    </dgm:pt>
    <dgm:pt modelId="{9D7749F3-F3DA-48F7-B214-260EEA22EB6B}">
      <dgm:prSet custT="1"/>
      <dgm:spPr/>
      <dgm:t>
        <a:bodyPr/>
        <a:lstStyle/>
        <a:p>
          <a:r>
            <a:rPr lang="en-US" sz="2400" dirty="0">
              <a:solidFill>
                <a:schemeClr val="tx2"/>
              </a:solidFill>
            </a:rPr>
            <a:t>Previously</a:t>
          </a:r>
        </a:p>
      </dgm:t>
      <dgm:extLst>
        <a:ext uri="{E40237B7-FDA0-4F09-8148-C483321AD2D9}">
          <dgm14:cNvPr xmlns:dgm14="http://schemas.microsoft.com/office/drawing/2010/diagram" id="0" name="" descr="Currently&#13;&#10;&#9;Data and Research Engagement Librarian @ OHSU&#13;&#10;&#9;MLA Systematic Review Services Specialization, Level 1&#13;&#10;Previously&#13;&#10;&#9;Ontologist/Semantic Modeler&#13;&#10;&#9;Content Manager/Corporate Librarian&#13;&#10;&#9;Technical Writer/Editor&#13;&#10;&#9;Software Testing/Quality Assessment&#13;&#10;Interests&#13;&#10;&#9;Systematic Search&#13;&#10;&#9;Search Reproducibility&#13;&#10;&#9;Python Programming&#13;&#10;"/>
        </a:ext>
      </dgm:extLst>
    </dgm:pt>
    <dgm:pt modelId="{227D29CD-824F-49A0-9937-F6513DFFB473}" type="parTrans" cxnId="{630A7625-CF67-48D4-8C3B-0AC45024AFBB}">
      <dgm:prSet/>
      <dgm:spPr/>
      <dgm:t>
        <a:bodyPr/>
        <a:lstStyle/>
        <a:p>
          <a:endParaRPr lang="en-US"/>
        </a:p>
      </dgm:t>
    </dgm:pt>
    <dgm:pt modelId="{CE8B7B26-CFA5-456B-92EB-FEDE1794F53A}" type="sibTrans" cxnId="{630A7625-CF67-48D4-8C3B-0AC45024AFBB}">
      <dgm:prSet/>
      <dgm:spPr/>
      <dgm:t>
        <a:bodyPr/>
        <a:lstStyle/>
        <a:p>
          <a:endParaRPr lang="en-US"/>
        </a:p>
      </dgm:t>
    </dgm:pt>
    <dgm:pt modelId="{76C0ADFE-BF68-4419-ACD6-BD59EA52795E}">
      <dgm:prSet custT="1"/>
      <dgm:spPr/>
      <dgm:t>
        <a:bodyPr/>
        <a:lstStyle/>
        <a:p>
          <a:r>
            <a:rPr lang="en-US" sz="2000" dirty="0"/>
            <a:t>Content Manager/Corporate Librarian</a:t>
          </a:r>
        </a:p>
      </dgm:t>
    </dgm:pt>
    <dgm:pt modelId="{D66814AA-D7DC-4FA6-A99C-20505E4D5601}" type="parTrans" cxnId="{CA039A87-BCA0-4FB3-9EF6-03747F5CAEB6}">
      <dgm:prSet/>
      <dgm:spPr/>
      <dgm:t>
        <a:bodyPr/>
        <a:lstStyle/>
        <a:p>
          <a:endParaRPr lang="en-US"/>
        </a:p>
      </dgm:t>
    </dgm:pt>
    <dgm:pt modelId="{589F6984-E89A-4C6A-88B2-6B63E2D51EEC}" type="sibTrans" cxnId="{CA039A87-BCA0-4FB3-9EF6-03747F5CAEB6}">
      <dgm:prSet/>
      <dgm:spPr/>
      <dgm:t>
        <a:bodyPr/>
        <a:lstStyle/>
        <a:p>
          <a:endParaRPr lang="en-US"/>
        </a:p>
      </dgm:t>
    </dgm:pt>
    <dgm:pt modelId="{E20631EF-2540-44A9-B420-1B08C00853DE}">
      <dgm:prSet custT="1"/>
      <dgm:spPr/>
      <dgm:t>
        <a:bodyPr/>
        <a:lstStyle/>
        <a:p>
          <a:r>
            <a:rPr lang="en-US" sz="2000" dirty="0"/>
            <a:t>Software Testing/Quality Assessment</a:t>
          </a:r>
        </a:p>
      </dgm:t>
    </dgm:pt>
    <dgm:pt modelId="{75555D7D-13ED-408B-B6A8-562CADC47B1F}" type="parTrans" cxnId="{8EF469BF-64AB-4278-97DF-6BC134FC8653}">
      <dgm:prSet/>
      <dgm:spPr/>
      <dgm:t>
        <a:bodyPr/>
        <a:lstStyle/>
        <a:p>
          <a:endParaRPr lang="en-US"/>
        </a:p>
      </dgm:t>
    </dgm:pt>
    <dgm:pt modelId="{0A68276C-2575-4C37-8F9B-64AC41A5648B}" type="sibTrans" cxnId="{8EF469BF-64AB-4278-97DF-6BC134FC8653}">
      <dgm:prSet/>
      <dgm:spPr/>
      <dgm:t>
        <a:bodyPr/>
        <a:lstStyle/>
        <a:p>
          <a:endParaRPr lang="en-US"/>
        </a:p>
      </dgm:t>
    </dgm:pt>
    <dgm:pt modelId="{5F1A0C05-9FA4-4625-831C-B193ED18B24C}">
      <dgm:prSet custT="1"/>
      <dgm:spPr/>
      <dgm:t>
        <a:bodyPr/>
        <a:lstStyle/>
        <a:p>
          <a:r>
            <a:rPr lang="en-US" sz="2400" dirty="0">
              <a:solidFill>
                <a:schemeClr val="tx2"/>
              </a:solidFill>
            </a:rPr>
            <a:t>Interests</a:t>
          </a:r>
        </a:p>
      </dgm:t>
      <dgm:extLst>
        <a:ext uri="{E40237B7-FDA0-4F09-8148-C483321AD2D9}">
          <dgm14:cNvPr xmlns:dgm14="http://schemas.microsoft.com/office/drawing/2010/diagram" id="0" name="" descr="Currently&#13;&#10;&#9;Data and Research Engagement Librarian @ OHSU&#13;&#10;&#9;MLA Systematic Review Services Specialization, Level 1&#13;&#10;Previously&#13;&#10;&#9;Ontologist/Semantic Modeler&#13;&#10;&#9;Content Manager/Corporate Librarian&#13;&#10;&#9;Technical Writer/Editor&#13;&#10;&#9;Software Testing/Quality Assessment&#13;&#10;Interests&#13;&#10;&#9;Systematic Search&#13;&#10;&#9;Search Reproducibility&#13;&#10;&#9;Python Programming&#13;&#10;"/>
        </a:ext>
      </dgm:extLst>
    </dgm:pt>
    <dgm:pt modelId="{0810F671-BE46-41BF-89C5-369FEA732F88}" type="parTrans" cxnId="{7A1A5FCE-35B7-4407-8C7B-13552EFF6338}">
      <dgm:prSet/>
      <dgm:spPr/>
      <dgm:t>
        <a:bodyPr/>
        <a:lstStyle/>
        <a:p>
          <a:endParaRPr lang="en-US"/>
        </a:p>
      </dgm:t>
    </dgm:pt>
    <dgm:pt modelId="{21C87B0E-8BA8-40F1-A688-E9D805D0F252}" type="sibTrans" cxnId="{7A1A5FCE-35B7-4407-8C7B-13552EFF6338}">
      <dgm:prSet/>
      <dgm:spPr/>
      <dgm:t>
        <a:bodyPr/>
        <a:lstStyle/>
        <a:p>
          <a:endParaRPr lang="en-US"/>
        </a:p>
      </dgm:t>
    </dgm:pt>
    <dgm:pt modelId="{9EE08CBC-B111-43CA-8226-7A077A0BC19C}">
      <dgm:prSet custT="1"/>
      <dgm:spPr/>
      <dgm:t>
        <a:bodyPr/>
        <a:lstStyle/>
        <a:p>
          <a:r>
            <a:rPr lang="en-US" sz="2000" dirty="0"/>
            <a:t>Making building searches less annoying</a:t>
          </a:r>
        </a:p>
      </dgm:t>
      <dgm:extLst>
        <a:ext uri="{E40237B7-FDA0-4F09-8148-C483321AD2D9}">
          <dgm14:cNvPr xmlns:dgm14="http://schemas.microsoft.com/office/drawing/2010/diagram" id="0" name="" descr="Currently&#13;&#10;&#9;Data and Research Engagement Librarian @ OHSU&#13;&#10;&#9;MLA Systematic Review Services Specialization, Level 1&#13;&#10;Previously&#13;&#10;&#9;Ontologist/Semantic Modeler&#13;&#10;&#9;Content Manager/Corporate Librarian&#13;&#10;&#9;Technical Writer/Editor&#13;&#10;&#9;Software Testing/Quality Assessment&#13;&#10;Interests&#13;&#10;&#9;Systematic Search&#13;&#10;&#9;Search Reproducibility&#13;&#10;&#9;Python Programming&#13;&#10;"/>
        </a:ext>
      </dgm:extLst>
    </dgm:pt>
    <dgm:pt modelId="{A854D769-F914-45A5-B440-580B79832910}" type="parTrans" cxnId="{D5C22F6E-1BFA-401B-94A0-7E84CA3B6278}">
      <dgm:prSet/>
      <dgm:spPr/>
      <dgm:t>
        <a:bodyPr/>
        <a:lstStyle/>
        <a:p>
          <a:endParaRPr lang="en-US"/>
        </a:p>
      </dgm:t>
    </dgm:pt>
    <dgm:pt modelId="{89B9A438-4507-4188-853C-D6C7849BA93D}" type="sibTrans" cxnId="{D5C22F6E-1BFA-401B-94A0-7E84CA3B6278}">
      <dgm:prSet/>
      <dgm:spPr/>
      <dgm:t>
        <a:bodyPr/>
        <a:lstStyle/>
        <a:p>
          <a:endParaRPr lang="en-US"/>
        </a:p>
      </dgm:t>
    </dgm:pt>
    <dgm:pt modelId="{B031F746-364C-492D-9197-23C7ACEA1345}">
      <dgm:prSet custT="1"/>
      <dgm:spPr/>
      <dgm:t>
        <a:bodyPr/>
        <a:lstStyle/>
        <a:p>
          <a:r>
            <a:rPr lang="en-US" sz="2000" dirty="0"/>
            <a:t>Making searches more reproducible</a:t>
          </a:r>
        </a:p>
      </dgm:t>
    </dgm:pt>
    <dgm:pt modelId="{B253CFCB-A55E-46D6-848D-0F9D3055987B}" type="parTrans" cxnId="{99089382-6DE4-498F-B0DD-AB6D7C5A751C}">
      <dgm:prSet/>
      <dgm:spPr/>
      <dgm:t>
        <a:bodyPr/>
        <a:lstStyle/>
        <a:p>
          <a:endParaRPr lang="en-US"/>
        </a:p>
      </dgm:t>
    </dgm:pt>
    <dgm:pt modelId="{92E29C4C-44E4-4115-8EF4-EE34BC9CA2E3}" type="sibTrans" cxnId="{99089382-6DE4-498F-B0DD-AB6D7C5A751C}">
      <dgm:prSet/>
      <dgm:spPr/>
      <dgm:t>
        <a:bodyPr/>
        <a:lstStyle/>
        <a:p>
          <a:endParaRPr lang="en-US"/>
        </a:p>
      </dgm:t>
    </dgm:pt>
    <dgm:pt modelId="{FCD5F2C4-6D66-4D39-AF41-64215E9D2078}">
      <dgm:prSet custT="1"/>
      <dgm:spPr/>
      <dgm:t>
        <a:bodyPr/>
        <a:lstStyle/>
        <a:p>
          <a:r>
            <a:rPr lang="en-US" sz="2000" dirty="0"/>
            <a:t>Python programming</a:t>
          </a:r>
        </a:p>
      </dgm:t>
    </dgm:pt>
    <dgm:pt modelId="{3AC44BFB-C735-454A-9476-85739C75B485}" type="parTrans" cxnId="{FCD8CBB3-74BE-4B1B-AD38-5D53725BE800}">
      <dgm:prSet/>
      <dgm:spPr/>
      <dgm:t>
        <a:bodyPr/>
        <a:lstStyle/>
        <a:p>
          <a:endParaRPr lang="en-US"/>
        </a:p>
      </dgm:t>
    </dgm:pt>
    <dgm:pt modelId="{1FC59A7F-C70E-4D8F-93D5-37602DCE9AB5}" type="sibTrans" cxnId="{FCD8CBB3-74BE-4B1B-AD38-5D53725BE800}">
      <dgm:prSet/>
      <dgm:spPr/>
      <dgm:t>
        <a:bodyPr/>
        <a:lstStyle/>
        <a:p>
          <a:endParaRPr lang="en-US"/>
        </a:p>
      </dgm:t>
    </dgm:pt>
    <dgm:pt modelId="{63C6C4E5-3CEB-4DB7-A544-72D55F557F59}">
      <dgm:prSet custT="1"/>
      <dgm:spPr/>
      <dgm:t>
        <a:bodyPr/>
        <a:lstStyle/>
        <a:p>
          <a:r>
            <a:rPr lang="en-US" sz="2000" dirty="0"/>
            <a:t>Technical Writer/Editor</a:t>
          </a:r>
        </a:p>
      </dgm:t>
    </dgm:pt>
    <dgm:pt modelId="{8CD8F284-8E32-4745-A22C-D56C19DBFA5E}" type="sibTrans" cxnId="{A789CD82-B9CA-48A5-86B8-176DC509C99A}">
      <dgm:prSet/>
      <dgm:spPr/>
      <dgm:t>
        <a:bodyPr/>
        <a:lstStyle/>
        <a:p>
          <a:endParaRPr lang="en-US"/>
        </a:p>
      </dgm:t>
    </dgm:pt>
    <dgm:pt modelId="{86EBFAF9-A158-4557-88D8-63E284B5A614}" type="parTrans" cxnId="{A789CD82-B9CA-48A5-86B8-176DC509C99A}">
      <dgm:prSet/>
      <dgm:spPr/>
      <dgm:t>
        <a:bodyPr/>
        <a:lstStyle/>
        <a:p>
          <a:endParaRPr lang="en-US"/>
        </a:p>
      </dgm:t>
    </dgm:pt>
    <dgm:pt modelId="{FAA9E58B-8091-F049-B721-A5141E90BACD}">
      <dgm:prSet custT="1"/>
      <dgm:spPr/>
      <dgm:t>
        <a:bodyPr/>
        <a:lstStyle/>
        <a:p>
          <a:r>
            <a:rPr lang="en-US" sz="2000" dirty="0"/>
            <a:t>BS in Computer Engineering</a:t>
          </a:r>
        </a:p>
      </dgm:t>
      <dgm:extLst>
        <a:ext uri="{E40237B7-FDA0-4F09-8148-C483321AD2D9}">
          <dgm14:cNvPr xmlns:dgm14="http://schemas.microsoft.com/office/drawing/2010/diagram" id="0" name="" descr="Currently&#13;&#10;&#9;Data and Research Engagement Librarian @ OHSU&#13;&#10;&#9;MLA Systematic Review Services Specialization, Level 1&#13;&#10;Previously&#13;&#10;&#9;Ontologist/Semantic Modeler&#13;&#10;&#9;Content Manager/Corporate Librarian&#13;&#10;&#9;Technical Writer/Editor&#13;&#10;&#9;Software Testing/Quality Assessment&#13;&#10;Interests&#13;&#10;&#9;Systematic Search&#13;&#10;&#9;Search Reproducibility&#13;&#10;&#9;Python Programming&#13;&#10;"/>
        </a:ext>
      </dgm:extLst>
    </dgm:pt>
    <dgm:pt modelId="{9DAD8C57-5482-3B47-812C-CDF145FAAAF2}" type="parTrans" cxnId="{F5A12B34-F9B8-B147-A4F6-F08AD93196B3}">
      <dgm:prSet/>
      <dgm:spPr/>
      <dgm:t>
        <a:bodyPr/>
        <a:lstStyle/>
        <a:p>
          <a:endParaRPr lang="en-US"/>
        </a:p>
      </dgm:t>
    </dgm:pt>
    <dgm:pt modelId="{8B88F46B-EF7B-BC46-9951-9BDF79B054DE}" type="sibTrans" cxnId="{F5A12B34-F9B8-B147-A4F6-F08AD93196B3}">
      <dgm:prSet/>
      <dgm:spPr/>
      <dgm:t>
        <a:bodyPr/>
        <a:lstStyle/>
        <a:p>
          <a:endParaRPr lang="en-US"/>
        </a:p>
      </dgm:t>
    </dgm:pt>
    <dgm:pt modelId="{E67789D4-C0C6-E343-B377-B8F36868ECE4}">
      <dgm:prSet custT="1"/>
      <dgm:spPr/>
      <dgm:t>
        <a:bodyPr/>
        <a:lstStyle/>
        <a:p>
          <a:r>
            <a:rPr lang="en-US" sz="2000" dirty="0"/>
            <a:t>Ontologist/Semantic Modeler</a:t>
          </a:r>
        </a:p>
      </dgm:t>
    </dgm:pt>
    <dgm:pt modelId="{07B9CECB-81F8-2540-BDD6-BCF827D137C8}" type="parTrans" cxnId="{C9AB1173-5A6C-F84F-873F-F9F4775DB5DA}">
      <dgm:prSet/>
      <dgm:spPr/>
      <dgm:t>
        <a:bodyPr/>
        <a:lstStyle/>
        <a:p>
          <a:endParaRPr lang="en-US"/>
        </a:p>
      </dgm:t>
    </dgm:pt>
    <dgm:pt modelId="{0A1A355D-4997-DC40-995B-23D704B05338}" type="sibTrans" cxnId="{C9AB1173-5A6C-F84F-873F-F9F4775DB5DA}">
      <dgm:prSet/>
      <dgm:spPr/>
      <dgm:t>
        <a:bodyPr/>
        <a:lstStyle/>
        <a:p>
          <a:endParaRPr lang="en-US"/>
        </a:p>
      </dgm:t>
    </dgm:pt>
    <dgm:pt modelId="{2FF7567A-2157-7747-97C7-330AA94A0DAD}">
      <dgm:prSet custT="1"/>
      <dgm:spPr/>
      <dgm:t>
        <a:bodyPr/>
        <a:lstStyle/>
        <a:p>
          <a:r>
            <a:rPr lang="en-US" sz="2000" dirty="0"/>
            <a:t>~18 years in software industry</a:t>
          </a:r>
        </a:p>
      </dgm:t>
    </dgm:pt>
    <dgm:pt modelId="{FD5CAB3D-35FA-6C43-87D8-39F64AFA5B13}" type="parTrans" cxnId="{8046CC45-E067-FD42-8EF1-CA8A6DA0FC52}">
      <dgm:prSet/>
      <dgm:spPr/>
      <dgm:t>
        <a:bodyPr/>
        <a:lstStyle/>
        <a:p>
          <a:endParaRPr lang="en-US"/>
        </a:p>
      </dgm:t>
    </dgm:pt>
    <dgm:pt modelId="{C9C1FB23-FFBF-4641-8A23-788966DAA63F}" type="sibTrans" cxnId="{8046CC45-E067-FD42-8EF1-CA8A6DA0FC52}">
      <dgm:prSet/>
      <dgm:spPr/>
      <dgm:t>
        <a:bodyPr/>
        <a:lstStyle/>
        <a:p>
          <a:endParaRPr lang="en-US"/>
        </a:p>
      </dgm:t>
    </dgm:pt>
    <dgm:pt modelId="{21FA001A-62EF-F345-8714-8B9AD2A7CA5A}" type="pres">
      <dgm:prSet presAssocID="{B3A7DBD5-7255-473F-B557-5AA00B663C4F}" presName="linear" presStyleCnt="0">
        <dgm:presLayoutVars>
          <dgm:dir/>
          <dgm:animLvl val="lvl"/>
          <dgm:resizeHandles val="exact"/>
        </dgm:presLayoutVars>
      </dgm:prSet>
      <dgm:spPr/>
    </dgm:pt>
    <dgm:pt modelId="{93EEF034-2BA3-0A4F-BD92-BF190F24B83D}" type="pres">
      <dgm:prSet presAssocID="{C8501CF0-C150-4802-9BFC-D42CB5A81071}" presName="parentLin" presStyleCnt="0"/>
      <dgm:spPr/>
    </dgm:pt>
    <dgm:pt modelId="{C88CA212-BFF7-CD4E-AC4E-B5EC64095943}" type="pres">
      <dgm:prSet presAssocID="{C8501CF0-C150-4802-9BFC-D42CB5A81071}" presName="parentLeftMargin" presStyleLbl="node1" presStyleIdx="0" presStyleCnt="3"/>
      <dgm:spPr/>
    </dgm:pt>
    <dgm:pt modelId="{78CA64D0-9B53-B84D-8E18-002BDB81B0CC}" type="pres">
      <dgm:prSet presAssocID="{C8501CF0-C150-4802-9BFC-D42CB5A8107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544887-289E-8641-984C-65FED1E5521B}" type="pres">
      <dgm:prSet presAssocID="{C8501CF0-C150-4802-9BFC-D42CB5A81071}" presName="negativeSpace" presStyleCnt="0"/>
      <dgm:spPr/>
    </dgm:pt>
    <dgm:pt modelId="{9B45DBFF-1554-7145-B5A2-1820E38B7ABA}" type="pres">
      <dgm:prSet presAssocID="{C8501CF0-C150-4802-9BFC-D42CB5A81071}" presName="childText" presStyleLbl="conFgAcc1" presStyleIdx="0" presStyleCnt="3">
        <dgm:presLayoutVars>
          <dgm:bulletEnabled val="1"/>
        </dgm:presLayoutVars>
      </dgm:prSet>
      <dgm:spPr/>
    </dgm:pt>
    <dgm:pt modelId="{32B44587-F022-B844-8396-BEF38683AF92}" type="pres">
      <dgm:prSet presAssocID="{CC369FA9-8E23-47B6-BBD0-49A9D03D29D7}" presName="spaceBetweenRectangles" presStyleCnt="0"/>
      <dgm:spPr/>
    </dgm:pt>
    <dgm:pt modelId="{0B13F48E-A804-A841-9E96-656F1095D861}" type="pres">
      <dgm:prSet presAssocID="{9D7749F3-F3DA-48F7-B214-260EEA22EB6B}" presName="parentLin" presStyleCnt="0"/>
      <dgm:spPr/>
    </dgm:pt>
    <dgm:pt modelId="{19F4F720-D2BD-0245-94F1-671D5979ABAC}" type="pres">
      <dgm:prSet presAssocID="{9D7749F3-F3DA-48F7-B214-260EEA22EB6B}" presName="parentLeftMargin" presStyleLbl="node1" presStyleIdx="0" presStyleCnt="3"/>
      <dgm:spPr/>
    </dgm:pt>
    <dgm:pt modelId="{56E740AC-D33E-0D45-B6F8-50A758DE3830}" type="pres">
      <dgm:prSet presAssocID="{9D7749F3-F3DA-48F7-B214-260EEA22EB6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C7A4DE4-0786-E544-969E-984EEEDAE36A}" type="pres">
      <dgm:prSet presAssocID="{9D7749F3-F3DA-48F7-B214-260EEA22EB6B}" presName="negativeSpace" presStyleCnt="0"/>
      <dgm:spPr/>
    </dgm:pt>
    <dgm:pt modelId="{09FD21E6-2279-A145-B11B-00D251518341}" type="pres">
      <dgm:prSet presAssocID="{9D7749F3-F3DA-48F7-B214-260EEA22EB6B}" presName="childText" presStyleLbl="conFgAcc1" presStyleIdx="1" presStyleCnt="3">
        <dgm:presLayoutVars>
          <dgm:bulletEnabled val="1"/>
        </dgm:presLayoutVars>
      </dgm:prSet>
      <dgm:spPr/>
    </dgm:pt>
    <dgm:pt modelId="{CCA9869F-9AFA-5547-98C2-9C926FD6B728}" type="pres">
      <dgm:prSet presAssocID="{CE8B7B26-CFA5-456B-92EB-FEDE1794F53A}" presName="spaceBetweenRectangles" presStyleCnt="0"/>
      <dgm:spPr/>
    </dgm:pt>
    <dgm:pt modelId="{4698FF80-6E34-5849-8BFF-2270B45374A3}" type="pres">
      <dgm:prSet presAssocID="{5F1A0C05-9FA4-4625-831C-B193ED18B24C}" presName="parentLin" presStyleCnt="0"/>
      <dgm:spPr/>
    </dgm:pt>
    <dgm:pt modelId="{8A1DBA81-EBF1-FE47-B545-2E644F1E0488}" type="pres">
      <dgm:prSet presAssocID="{5F1A0C05-9FA4-4625-831C-B193ED18B24C}" presName="parentLeftMargin" presStyleLbl="node1" presStyleIdx="1" presStyleCnt="3"/>
      <dgm:spPr/>
    </dgm:pt>
    <dgm:pt modelId="{DA5B125B-51A0-4746-BABC-8A2170FE0452}" type="pres">
      <dgm:prSet presAssocID="{5F1A0C05-9FA4-4625-831C-B193ED18B24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851456D-B7BA-EB44-AA43-FC8730BE2D1C}" type="pres">
      <dgm:prSet presAssocID="{5F1A0C05-9FA4-4625-831C-B193ED18B24C}" presName="negativeSpace" presStyleCnt="0"/>
      <dgm:spPr/>
    </dgm:pt>
    <dgm:pt modelId="{804766CB-44B0-F449-A306-027134116D13}" type="pres">
      <dgm:prSet presAssocID="{5F1A0C05-9FA4-4625-831C-B193ED18B24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70FD504-B100-DC46-9AFE-62BE3D3E46A2}" type="presOf" srcId="{FCD5F2C4-6D66-4D39-AF41-64215E9D2078}" destId="{804766CB-44B0-F449-A306-027134116D13}" srcOrd="0" destOrd="2" presId="urn:microsoft.com/office/officeart/2005/8/layout/list1"/>
    <dgm:cxn modelId="{51E6E104-BCE1-47E1-B186-0926E9CC92E0}" srcId="{C8501CF0-C150-4802-9BFC-D42CB5A81071}" destId="{091D0AC4-5C36-4425-8182-97B5E7E7C10C}" srcOrd="1" destOrd="0" parTransId="{27F291AA-7EF1-49B0-9BCC-57311A7458D0}" sibTransId="{534C8B0D-97E6-4593-820F-2DA60590F907}"/>
    <dgm:cxn modelId="{97069A07-9F6B-124C-98B6-0BAEFACF52D4}" type="presOf" srcId="{63C6C4E5-3CEB-4DB7-A544-72D55F557F59}" destId="{09FD21E6-2279-A145-B11B-00D251518341}" srcOrd="0" destOrd="4" presId="urn:microsoft.com/office/officeart/2005/8/layout/list1"/>
    <dgm:cxn modelId="{A6738E0B-5776-A342-9CCB-862023E9B551}" type="presOf" srcId="{B031F746-364C-492D-9197-23C7ACEA1345}" destId="{804766CB-44B0-F449-A306-027134116D13}" srcOrd="0" destOrd="1" presId="urn:microsoft.com/office/officeart/2005/8/layout/list1"/>
    <dgm:cxn modelId="{AB8A1D1A-B0DC-734C-B362-55C933FE04E1}" type="presOf" srcId="{B3A7DBD5-7255-473F-B557-5AA00B663C4F}" destId="{21FA001A-62EF-F345-8714-8B9AD2A7CA5A}" srcOrd="0" destOrd="0" presId="urn:microsoft.com/office/officeart/2005/8/layout/list1"/>
    <dgm:cxn modelId="{630A7625-CF67-48D4-8C3B-0AC45024AFBB}" srcId="{B3A7DBD5-7255-473F-B557-5AA00B663C4F}" destId="{9D7749F3-F3DA-48F7-B214-260EEA22EB6B}" srcOrd="1" destOrd="0" parTransId="{227D29CD-824F-49A0-9937-F6513DFFB473}" sibTransId="{CE8B7B26-CFA5-456B-92EB-FEDE1794F53A}"/>
    <dgm:cxn modelId="{15347C27-C027-2448-8A7B-F7741C258D0E}" type="presOf" srcId="{9EE08CBC-B111-43CA-8226-7A077A0BC19C}" destId="{804766CB-44B0-F449-A306-027134116D13}" srcOrd="0" destOrd="0" presId="urn:microsoft.com/office/officeart/2005/8/layout/list1"/>
    <dgm:cxn modelId="{F5A12B34-F9B8-B147-A4F6-F08AD93196B3}" srcId="{9D7749F3-F3DA-48F7-B214-260EEA22EB6B}" destId="{FAA9E58B-8091-F049-B721-A5141E90BACD}" srcOrd="0" destOrd="0" parTransId="{9DAD8C57-5482-3B47-812C-CDF145FAAAF2}" sibTransId="{8B88F46B-EF7B-BC46-9951-9BDF79B054DE}"/>
    <dgm:cxn modelId="{F7FAFF38-2FC6-4EB3-A63D-405FAE3CC5E9}" srcId="{C8501CF0-C150-4802-9BFC-D42CB5A81071}" destId="{88D1DA9A-57A8-465F-BC9D-2BA3E36536CF}" srcOrd="0" destOrd="0" parTransId="{C4218AFB-3248-4839-BB9C-B31BC4CF2AEA}" sibTransId="{B4E61620-85B3-4266-AB9C-A0E45B1EBD19}"/>
    <dgm:cxn modelId="{8046CC45-E067-FD42-8EF1-CA8A6DA0FC52}" srcId="{9D7749F3-F3DA-48F7-B214-260EEA22EB6B}" destId="{2FF7567A-2157-7747-97C7-330AA94A0DAD}" srcOrd="1" destOrd="0" parTransId="{FD5CAB3D-35FA-6C43-87D8-39F64AFA5B13}" sibTransId="{C9C1FB23-FFBF-4641-8A23-788966DAA63F}"/>
    <dgm:cxn modelId="{59BB4C4D-7014-AF46-BAE2-1F69E93EADC0}" type="presOf" srcId="{5F1A0C05-9FA4-4625-831C-B193ED18B24C}" destId="{DA5B125B-51A0-4746-BABC-8A2170FE0452}" srcOrd="1" destOrd="0" presId="urn:microsoft.com/office/officeart/2005/8/layout/list1"/>
    <dgm:cxn modelId="{E60D7751-600E-A242-A897-D1CF5FB9E8BA}" type="presOf" srcId="{E20631EF-2540-44A9-B420-1B08C00853DE}" destId="{09FD21E6-2279-A145-B11B-00D251518341}" srcOrd="0" destOrd="5" presId="urn:microsoft.com/office/officeart/2005/8/layout/list1"/>
    <dgm:cxn modelId="{AF3E9D55-0B12-2243-8F9C-F0FB8466D6C0}" type="presOf" srcId="{2FF7567A-2157-7747-97C7-330AA94A0DAD}" destId="{09FD21E6-2279-A145-B11B-00D251518341}" srcOrd="0" destOrd="1" presId="urn:microsoft.com/office/officeart/2005/8/layout/list1"/>
    <dgm:cxn modelId="{94C7E65E-5964-EC42-96B3-71E406B9AEEF}" type="presOf" srcId="{9D7749F3-F3DA-48F7-B214-260EEA22EB6B}" destId="{56E740AC-D33E-0D45-B6F8-50A758DE3830}" srcOrd="1" destOrd="0" presId="urn:microsoft.com/office/officeart/2005/8/layout/list1"/>
    <dgm:cxn modelId="{8106B264-20CB-B445-BA5D-B28D318ADFCC}" type="presOf" srcId="{091D0AC4-5C36-4425-8182-97B5E7E7C10C}" destId="{9B45DBFF-1554-7145-B5A2-1820E38B7ABA}" srcOrd="0" destOrd="1" presId="urn:microsoft.com/office/officeart/2005/8/layout/list1"/>
    <dgm:cxn modelId="{624B296D-DCAC-485B-A25C-D5AF3C6481D4}" srcId="{B3A7DBD5-7255-473F-B557-5AA00B663C4F}" destId="{C8501CF0-C150-4802-9BFC-D42CB5A81071}" srcOrd="0" destOrd="0" parTransId="{3195A5A4-10D5-492D-852E-647858A9F866}" sibTransId="{CC369FA9-8E23-47B6-BBD0-49A9D03D29D7}"/>
    <dgm:cxn modelId="{D5C22F6E-1BFA-401B-94A0-7E84CA3B6278}" srcId="{5F1A0C05-9FA4-4625-831C-B193ED18B24C}" destId="{9EE08CBC-B111-43CA-8226-7A077A0BC19C}" srcOrd="0" destOrd="0" parTransId="{A854D769-F914-45A5-B440-580B79832910}" sibTransId="{89B9A438-4507-4188-853C-D6C7849BA93D}"/>
    <dgm:cxn modelId="{C9AB1173-5A6C-F84F-873F-F9F4775DB5DA}" srcId="{2FF7567A-2157-7747-97C7-330AA94A0DAD}" destId="{E67789D4-C0C6-E343-B377-B8F36868ECE4}" srcOrd="0" destOrd="0" parTransId="{07B9CECB-81F8-2540-BDD6-BCF827D137C8}" sibTransId="{0A1A355D-4997-DC40-995B-23D704B05338}"/>
    <dgm:cxn modelId="{44E59D74-B14C-824F-9799-C59E1348725E}" type="presOf" srcId="{5F1A0C05-9FA4-4625-831C-B193ED18B24C}" destId="{8A1DBA81-EBF1-FE47-B545-2E644F1E0488}" srcOrd="0" destOrd="0" presId="urn:microsoft.com/office/officeart/2005/8/layout/list1"/>
    <dgm:cxn modelId="{7B4C9379-86AB-DB4E-9824-9C182D76158C}" type="presOf" srcId="{E67789D4-C0C6-E343-B377-B8F36868ECE4}" destId="{09FD21E6-2279-A145-B11B-00D251518341}" srcOrd="0" destOrd="2" presId="urn:microsoft.com/office/officeart/2005/8/layout/list1"/>
    <dgm:cxn modelId="{99089382-6DE4-498F-B0DD-AB6D7C5A751C}" srcId="{5F1A0C05-9FA4-4625-831C-B193ED18B24C}" destId="{B031F746-364C-492D-9197-23C7ACEA1345}" srcOrd="1" destOrd="0" parTransId="{B253CFCB-A55E-46D6-848D-0F9D3055987B}" sibTransId="{92E29C4C-44E4-4115-8EF4-EE34BC9CA2E3}"/>
    <dgm:cxn modelId="{A789CD82-B9CA-48A5-86B8-176DC509C99A}" srcId="{2FF7567A-2157-7747-97C7-330AA94A0DAD}" destId="{63C6C4E5-3CEB-4DB7-A544-72D55F557F59}" srcOrd="2" destOrd="0" parTransId="{86EBFAF9-A158-4557-88D8-63E284B5A614}" sibTransId="{8CD8F284-8E32-4745-A22C-D56C19DBFA5E}"/>
    <dgm:cxn modelId="{CA039A87-BCA0-4FB3-9EF6-03747F5CAEB6}" srcId="{2FF7567A-2157-7747-97C7-330AA94A0DAD}" destId="{76C0ADFE-BF68-4419-ACD6-BD59EA52795E}" srcOrd="1" destOrd="0" parTransId="{D66814AA-D7DC-4FA6-A99C-20505E4D5601}" sibTransId="{589F6984-E89A-4C6A-88B2-6B63E2D51EEC}"/>
    <dgm:cxn modelId="{3778FDA7-A153-5A4C-8AE6-359637142C03}" type="presOf" srcId="{C8501CF0-C150-4802-9BFC-D42CB5A81071}" destId="{C88CA212-BFF7-CD4E-AC4E-B5EC64095943}" srcOrd="0" destOrd="0" presId="urn:microsoft.com/office/officeart/2005/8/layout/list1"/>
    <dgm:cxn modelId="{FCD8CBB3-74BE-4B1B-AD38-5D53725BE800}" srcId="{5F1A0C05-9FA4-4625-831C-B193ED18B24C}" destId="{FCD5F2C4-6D66-4D39-AF41-64215E9D2078}" srcOrd="2" destOrd="0" parTransId="{3AC44BFB-C735-454A-9476-85739C75B485}" sibTransId="{1FC59A7F-C70E-4D8F-93D5-37602DCE9AB5}"/>
    <dgm:cxn modelId="{8EF469BF-64AB-4278-97DF-6BC134FC8653}" srcId="{2FF7567A-2157-7747-97C7-330AA94A0DAD}" destId="{E20631EF-2540-44A9-B420-1B08C00853DE}" srcOrd="3" destOrd="0" parTransId="{75555D7D-13ED-408B-B6A8-562CADC47B1F}" sibTransId="{0A68276C-2575-4C37-8F9B-64AC41A5648B}"/>
    <dgm:cxn modelId="{1C8D18C6-A1F2-B043-AF17-C7720D02AA1F}" type="presOf" srcId="{88D1DA9A-57A8-465F-BC9D-2BA3E36536CF}" destId="{9B45DBFF-1554-7145-B5A2-1820E38B7ABA}" srcOrd="0" destOrd="0" presId="urn:microsoft.com/office/officeart/2005/8/layout/list1"/>
    <dgm:cxn modelId="{7A1A5FCE-35B7-4407-8C7B-13552EFF6338}" srcId="{B3A7DBD5-7255-473F-B557-5AA00B663C4F}" destId="{5F1A0C05-9FA4-4625-831C-B193ED18B24C}" srcOrd="2" destOrd="0" parTransId="{0810F671-BE46-41BF-89C5-369FEA732F88}" sibTransId="{21C87B0E-8BA8-40F1-A688-E9D805D0F252}"/>
    <dgm:cxn modelId="{23A062DB-140D-A841-91CF-AB09D06FADCF}" type="presOf" srcId="{9D7749F3-F3DA-48F7-B214-260EEA22EB6B}" destId="{19F4F720-D2BD-0245-94F1-671D5979ABAC}" srcOrd="0" destOrd="0" presId="urn:microsoft.com/office/officeart/2005/8/layout/list1"/>
    <dgm:cxn modelId="{404440EF-5713-6E45-B126-3BE2E52F1CDE}" type="presOf" srcId="{76C0ADFE-BF68-4419-ACD6-BD59EA52795E}" destId="{09FD21E6-2279-A145-B11B-00D251518341}" srcOrd="0" destOrd="3" presId="urn:microsoft.com/office/officeart/2005/8/layout/list1"/>
    <dgm:cxn modelId="{0D2B0BF7-3C51-B14E-8F25-B0BC1AE4CC20}" type="presOf" srcId="{FAA9E58B-8091-F049-B721-A5141E90BACD}" destId="{09FD21E6-2279-A145-B11B-00D251518341}" srcOrd="0" destOrd="0" presId="urn:microsoft.com/office/officeart/2005/8/layout/list1"/>
    <dgm:cxn modelId="{3ECA4FFE-7529-4241-99F0-463097D29C57}" type="presOf" srcId="{C8501CF0-C150-4802-9BFC-D42CB5A81071}" destId="{78CA64D0-9B53-B84D-8E18-002BDB81B0CC}" srcOrd="1" destOrd="0" presId="urn:microsoft.com/office/officeart/2005/8/layout/list1"/>
    <dgm:cxn modelId="{0C96FBCE-C04B-FD49-9BDB-6327B9ACECEA}" type="presParOf" srcId="{21FA001A-62EF-F345-8714-8B9AD2A7CA5A}" destId="{93EEF034-2BA3-0A4F-BD92-BF190F24B83D}" srcOrd="0" destOrd="0" presId="urn:microsoft.com/office/officeart/2005/8/layout/list1"/>
    <dgm:cxn modelId="{C3A708B4-2ACC-EE4F-95A7-0B26CC8F1A9F}" type="presParOf" srcId="{93EEF034-2BA3-0A4F-BD92-BF190F24B83D}" destId="{C88CA212-BFF7-CD4E-AC4E-B5EC64095943}" srcOrd="0" destOrd="0" presId="urn:microsoft.com/office/officeart/2005/8/layout/list1"/>
    <dgm:cxn modelId="{781CA2AD-0041-F243-8E3D-0F9122F19CE7}" type="presParOf" srcId="{93EEF034-2BA3-0A4F-BD92-BF190F24B83D}" destId="{78CA64D0-9B53-B84D-8E18-002BDB81B0CC}" srcOrd="1" destOrd="0" presId="urn:microsoft.com/office/officeart/2005/8/layout/list1"/>
    <dgm:cxn modelId="{DB9FFCE0-21AE-F243-AE2B-B0AE5055656A}" type="presParOf" srcId="{21FA001A-62EF-F345-8714-8B9AD2A7CA5A}" destId="{39544887-289E-8641-984C-65FED1E5521B}" srcOrd="1" destOrd="0" presId="urn:microsoft.com/office/officeart/2005/8/layout/list1"/>
    <dgm:cxn modelId="{5A7DE1E4-3CAB-6345-97D0-FDEE9BAA518A}" type="presParOf" srcId="{21FA001A-62EF-F345-8714-8B9AD2A7CA5A}" destId="{9B45DBFF-1554-7145-B5A2-1820E38B7ABA}" srcOrd="2" destOrd="0" presId="urn:microsoft.com/office/officeart/2005/8/layout/list1"/>
    <dgm:cxn modelId="{F974D5DF-43DE-6F44-B975-1CD4967F3470}" type="presParOf" srcId="{21FA001A-62EF-F345-8714-8B9AD2A7CA5A}" destId="{32B44587-F022-B844-8396-BEF38683AF92}" srcOrd="3" destOrd="0" presId="urn:microsoft.com/office/officeart/2005/8/layout/list1"/>
    <dgm:cxn modelId="{27DC1758-F206-184F-9B99-C20A0F6E82AE}" type="presParOf" srcId="{21FA001A-62EF-F345-8714-8B9AD2A7CA5A}" destId="{0B13F48E-A804-A841-9E96-656F1095D861}" srcOrd="4" destOrd="0" presId="urn:microsoft.com/office/officeart/2005/8/layout/list1"/>
    <dgm:cxn modelId="{34D176C6-1717-CC4C-A054-ECE2D888E761}" type="presParOf" srcId="{0B13F48E-A804-A841-9E96-656F1095D861}" destId="{19F4F720-D2BD-0245-94F1-671D5979ABAC}" srcOrd="0" destOrd="0" presId="urn:microsoft.com/office/officeart/2005/8/layout/list1"/>
    <dgm:cxn modelId="{74A5BFDE-0BD1-7245-82E6-093AB372C4AD}" type="presParOf" srcId="{0B13F48E-A804-A841-9E96-656F1095D861}" destId="{56E740AC-D33E-0D45-B6F8-50A758DE3830}" srcOrd="1" destOrd="0" presId="urn:microsoft.com/office/officeart/2005/8/layout/list1"/>
    <dgm:cxn modelId="{50476A3A-D0C2-3D4A-B2B7-30EA8D69B1B1}" type="presParOf" srcId="{21FA001A-62EF-F345-8714-8B9AD2A7CA5A}" destId="{8C7A4DE4-0786-E544-969E-984EEEDAE36A}" srcOrd="5" destOrd="0" presId="urn:microsoft.com/office/officeart/2005/8/layout/list1"/>
    <dgm:cxn modelId="{924CA7D5-A2C5-0C4C-BDB2-BB032D71F140}" type="presParOf" srcId="{21FA001A-62EF-F345-8714-8B9AD2A7CA5A}" destId="{09FD21E6-2279-A145-B11B-00D251518341}" srcOrd="6" destOrd="0" presId="urn:microsoft.com/office/officeart/2005/8/layout/list1"/>
    <dgm:cxn modelId="{8673FAEB-82A0-7648-B3A7-36CEF5A1C126}" type="presParOf" srcId="{21FA001A-62EF-F345-8714-8B9AD2A7CA5A}" destId="{CCA9869F-9AFA-5547-98C2-9C926FD6B728}" srcOrd="7" destOrd="0" presId="urn:microsoft.com/office/officeart/2005/8/layout/list1"/>
    <dgm:cxn modelId="{BD1C24AA-3851-CB4E-830F-9F176CA5E9C2}" type="presParOf" srcId="{21FA001A-62EF-F345-8714-8B9AD2A7CA5A}" destId="{4698FF80-6E34-5849-8BFF-2270B45374A3}" srcOrd="8" destOrd="0" presId="urn:microsoft.com/office/officeart/2005/8/layout/list1"/>
    <dgm:cxn modelId="{48E472FB-C385-9143-9344-7B4B6E4DD398}" type="presParOf" srcId="{4698FF80-6E34-5849-8BFF-2270B45374A3}" destId="{8A1DBA81-EBF1-FE47-B545-2E644F1E0488}" srcOrd="0" destOrd="0" presId="urn:microsoft.com/office/officeart/2005/8/layout/list1"/>
    <dgm:cxn modelId="{9F88823B-C17C-104A-838D-DBE90A292FFD}" type="presParOf" srcId="{4698FF80-6E34-5849-8BFF-2270B45374A3}" destId="{DA5B125B-51A0-4746-BABC-8A2170FE0452}" srcOrd="1" destOrd="0" presId="urn:microsoft.com/office/officeart/2005/8/layout/list1"/>
    <dgm:cxn modelId="{A9E17B7F-5FE2-6644-A7EE-9647E1885A26}" type="presParOf" srcId="{21FA001A-62EF-F345-8714-8B9AD2A7CA5A}" destId="{E851456D-B7BA-EB44-AA43-FC8730BE2D1C}" srcOrd="9" destOrd="0" presId="urn:microsoft.com/office/officeart/2005/8/layout/list1"/>
    <dgm:cxn modelId="{FF799E1C-0BE6-0A45-8045-4C29B855104F}" type="presParOf" srcId="{21FA001A-62EF-F345-8714-8B9AD2A7CA5A}" destId="{804766CB-44B0-F449-A306-027134116D1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C998F1-0835-4952-9A62-8ED2BE79BFD4}" type="doc">
      <dgm:prSet loTypeId="urn:microsoft.com/office/officeart/2005/8/layout/vList2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9BA3F05-2ABA-4DDA-9838-418C046FF9CA}">
      <dgm:prSet/>
      <dgm:spPr/>
      <dgm:t>
        <a:bodyPr/>
        <a:lstStyle/>
        <a:p>
          <a:r>
            <a:rPr lang="en-US" dirty="0"/>
            <a:t>“Unusual syntax”[</a:t>
          </a:r>
          <a:r>
            <a:rPr lang="en-US" dirty="0" err="1"/>
            <a:t>tiab</a:t>
          </a:r>
          <a:r>
            <a:rPr lang="en-US" dirty="0"/>
            <a:t>:~5]</a:t>
          </a:r>
        </a:p>
      </dgm:t>
      <dgm:extLst>
        <a:ext uri="{E40237B7-FDA0-4F09-8148-C483321AD2D9}">
          <dgm14:cNvPr xmlns:dgm14="http://schemas.microsoft.com/office/drawing/2010/diagram" id="0" name="" descr="Unusual syntax&#10;Title, Title/Abstract, and Affiliation fields only&#10;No truncation!&#10;Building searches is tedious and error-prone"/>
        </a:ext>
      </dgm:extLst>
    </dgm:pt>
    <dgm:pt modelId="{FCEE0C63-FD23-4049-A3A4-F1F87A36F7AD}" type="parTrans" cxnId="{05638B37-9244-460E-9D24-262C3CB8AB8D}">
      <dgm:prSet/>
      <dgm:spPr/>
      <dgm:t>
        <a:bodyPr/>
        <a:lstStyle/>
        <a:p>
          <a:endParaRPr lang="en-US"/>
        </a:p>
      </dgm:t>
    </dgm:pt>
    <dgm:pt modelId="{9541C818-9083-4FCD-919C-0C0ADA6B589D}" type="sibTrans" cxnId="{05638B37-9244-460E-9D24-262C3CB8AB8D}">
      <dgm:prSet/>
      <dgm:spPr/>
      <dgm:t>
        <a:bodyPr/>
        <a:lstStyle/>
        <a:p>
          <a:endParaRPr lang="en-US"/>
        </a:p>
      </dgm:t>
    </dgm:pt>
    <dgm:pt modelId="{7AA0EC09-88DF-4DDD-8E83-E6D53D114EC0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No truncation!</a:t>
          </a:r>
        </a:p>
      </dgm:t>
    </dgm:pt>
    <dgm:pt modelId="{1845B836-79EE-4D81-B187-A98B5D887A3E}" type="parTrans" cxnId="{01D2239D-E030-46E2-8095-93EF4ADBCEF6}">
      <dgm:prSet/>
      <dgm:spPr/>
      <dgm:t>
        <a:bodyPr/>
        <a:lstStyle/>
        <a:p>
          <a:endParaRPr lang="en-US"/>
        </a:p>
      </dgm:t>
    </dgm:pt>
    <dgm:pt modelId="{AEB0723D-E34A-4D57-8010-8327BE9A5BF8}" type="sibTrans" cxnId="{01D2239D-E030-46E2-8095-93EF4ADBCEF6}">
      <dgm:prSet/>
      <dgm:spPr/>
      <dgm:t>
        <a:bodyPr/>
        <a:lstStyle/>
        <a:p>
          <a:endParaRPr lang="en-US"/>
        </a:p>
      </dgm:t>
    </dgm:pt>
    <dgm:pt modelId="{6B136A7D-73C8-4814-B1D3-B6B6B1F59BE4}">
      <dgm:prSet/>
      <dgm:spPr/>
      <dgm:t>
        <a:bodyPr/>
        <a:lstStyle/>
        <a:p>
          <a:r>
            <a:rPr lang="en-US" dirty="0"/>
            <a:t>Building searches is tedious and error-prone</a:t>
          </a:r>
        </a:p>
      </dgm:t>
    </dgm:pt>
    <dgm:pt modelId="{D98314A6-7A6B-4BC3-9AD6-976D1234D89F}" type="parTrans" cxnId="{CC60ABE5-BA88-4930-8E9D-E47005612F1E}">
      <dgm:prSet/>
      <dgm:spPr/>
      <dgm:t>
        <a:bodyPr/>
        <a:lstStyle/>
        <a:p>
          <a:endParaRPr lang="en-US"/>
        </a:p>
      </dgm:t>
    </dgm:pt>
    <dgm:pt modelId="{056A7FB9-EA3F-4C87-BD3D-17AEA765D0D4}" type="sibTrans" cxnId="{CC60ABE5-BA88-4930-8E9D-E47005612F1E}">
      <dgm:prSet/>
      <dgm:spPr/>
      <dgm:t>
        <a:bodyPr/>
        <a:lstStyle/>
        <a:p>
          <a:endParaRPr lang="en-US"/>
        </a:p>
      </dgm:t>
    </dgm:pt>
    <dgm:pt modelId="{B2EE4646-CC15-F544-980D-ACB21260F5C8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Title, Title/Abstract, and Affiliation fields only</a:t>
          </a:r>
        </a:p>
      </dgm:t>
    </dgm:pt>
    <dgm:pt modelId="{32C22254-5586-A149-9615-F619ECAC75DE}" type="parTrans" cxnId="{F06E5B31-DBC4-7F44-A1D3-31DFF1D42EF3}">
      <dgm:prSet/>
      <dgm:spPr/>
      <dgm:t>
        <a:bodyPr/>
        <a:lstStyle/>
        <a:p>
          <a:endParaRPr lang="en-US"/>
        </a:p>
      </dgm:t>
    </dgm:pt>
    <dgm:pt modelId="{669B757F-39DB-9D4C-A91E-C67028B50BA9}" type="sibTrans" cxnId="{F06E5B31-DBC4-7F44-A1D3-31DFF1D42EF3}">
      <dgm:prSet/>
      <dgm:spPr/>
      <dgm:t>
        <a:bodyPr/>
        <a:lstStyle/>
        <a:p>
          <a:endParaRPr lang="en-US"/>
        </a:p>
      </dgm:t>
    </dgm:pt>
    <dgm:pt modelId="{923238DF-7EDD-F143-83FC-471E7344AE23}" type="pres">
      <dgm:prSet presAssocID="{CCC998F1-0835-4952-9A62-8ED2BE79BFD4}" presName="linear" presStyleCnt="0">
        <dgm:presLayoutVars>
          <dgm:animLvl val="lvl"/>
          <dgm:resizeHandles val="exact"/>
        </dgm:presLayoutVars>
      </dgm:prSet>
      <dgm:spPr/>
    </dgm:pt>
    <dgm:pt modelId="{84B7D1C3-0241-D142-BAAE-61FF18A0042F}" type="pres">
      <dgm:prSet presAssocID="{79BA3F05-2ABA-4DDA-9838-418C046FF9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E5DCD34-001C-D443-921D-2F34BB88CBF9}" type="pres">
      <dgm:prSet presAssocID="{9541C818-9083-4FCD-919C-0C0ADA6B589D}" presName="spacer" presStyleCnt="0"/>
      <dgm:spPr/>
    </dgm:pt>
    <dgm:pt modelId="{91C1DB35-4FB0-5843-9101-B73B7CD31BFD}" type="pres">
      <dgm:prSet presAssocID="{B2EE4646-CC15-F544-980D-ACB21260F5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32F84E0-D0FB-D843-9440-2BFA32E06F57}" type="pres">
      <dgm:prSet presAssocID="{669B757F-39DB-9D4C-A91E-C67028B50BA9}" presName="spacer" presStyleCnt="0"/>
      <dgm:spPr/>
    </dgm:pt>
    <dgm:pt modelId="{DB91924A-78F5-9B4C-A81A-C93033AFD63F}" type="pres">
      <dgm:prSet presAssocID="{7AA0EC09-88DF-4DDD-8E83-E6D53D114EC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F369140-1FE4-4D40-B546-9BADBE30726A}" type="pres">
      <dgm:prSet presAssocID="{AEB0723D-E34A-4D57-8010-8327BE9A5BF8}" presName="spacer" presStyleCnt="0"/>
      <dgm:spPr/>
    </dgm:pt>
    <dgm:pt modelId="{FAD65199-EDED-3045-9AB5-AB7268434B0D}" type="pres">
      <dgm:prSet presAssocID="{6B136A7D-73C8-4814-B1D3-B6B6B1F59BE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8E1A610-A5A2-BE4E-8725-1933E7480171}" type="presOf" srcId="{B2EE4646-CC15-F544-980D-ACB21260F5C8}" destId="{91C1DB35-4FB0-5843-9101-B73B7CD31BFD}" srcOrd="0" destOrd="0" presId="urn:microsoft.com/office/officeart/2005/8/layout/vList2"/>
    <dgm:cxn modelId="{F06E5B31-DBC4-7F44-A1D3-31DFF1D42EF3}" srcId="{CCC998F1-0835-4952-9A62-8ED2BE79BFD4}" destId="{B2EE4646-CC15-F544-980D-ACB21260F5C8}" srcOrd="1" destOrd="0" parTransId="{32C22254-5586-A149-9615-F619ECAC75DE}" sibTransId="{669B757F-39DB-9D4C-A91E-C67028B50BA9}"/>
    <dgm:cxn modelId="{05638B37-9244-460E-9D24-262C3CB8AB8D}" srcId="{CCC998F1-0835-4952-9A62-8ED2BE79BFD4}" destId="{79BA3F05-2ABA-4DDA-9838-418C046FF9CA}" srcOrd="0" destOrd="0" parTransId="{FCEE0C63-FD23-4049-A3A4-F1F87A36F7AD}" sibTransId="{9541C818-9083-4FCD-919C-0C0ADA6B589D}"/>
    <dgm:cxn modelId="{E7995D6C-A620-EF4B-8A10-0BCC26FA7A12}" type="presOf" srcId="{CCC998F1-0835-4952-9A62-8ED2BE79BFD4}" destId="{923238DF-7EDD-F143-83FC-471E7344AE23}" srcOrd="0" destOrd="0" presId="urn:microsoft.com/office/officeart/2005/8/layout/vList2"/>
    <dgm:cxn modelId="{40E6437D-DE99-8B4E-A3E5-D6AAA0B5A821}" type="presOf" srcId="{7AA0EC09-88DF-4DDD-8E83-E6D53D114EC0}" destId="{DB91924A-78F5-9B4C-A81A-C93033AFD63F}" srcOrd="0" destOrd="0" presId="urn:microsoft.com/office/officeart/2005/8/layout/vList2"/>
    <dgm:cxn modelId="{8686E87F-BF87-634C-8D64-8821B16CDA97}" type="presOf" srcId="{79BA3F05-2ABA-4DDA-9838-418C046FF9CA}" destId="{84B7D1C3-0241-D142-BAAE-61FF18A0042F}" srcOrd="0" destOrd="0" presId="urn:microsoft.com/office/officeart/2005/8/layout/vList2"/>
    <dgm:cxn modelId="{01D2239D-E030-46E2-8095-93EF4ADBCEF6}" srcId="{CCC998F1-0835-4952-9A62-8ED2BE79BFD4}" destId="{7AA0EC09-88DF-4DDD-8E83-E6D53D114EC0}" srcOrd="2" destOrd="0" parTransId="{1845B836-79EE-4D81-B187-A98B5D887A3E}" sibTransId="{AEB0723D-E34A-4D57-8010-8327BE9A5BF8}"/>
    <dgm:cxn modelId="{C2CAD1AC-4E88-ED46-B369-0DC6E1271D7A}" type="presOf" srcId="{6B136A7D-73C8-4814-B1D3-B6B6B1F59BE4}" destId="{FAD65199-EDED-3045-9AB5-AB7268434B0D}" srcOrd="0" destOrd="0" presId="urn:microsoft.com/office/officeart/2005/8/layout/vList2"/>
    <dgm:cxn modelId="{CC60ABE5-BA88-4930-8E9D-E47005612F1E}" srcId="{CCC998F1-0835-4952-9A62-8ED2BE79BFD4}" destId="{6B136A7D-73C8-4814-B1D3-B6B6B1F59BE4}" srcOrd="3" destOrd="0" parTransId="{D98314A6-7A6B-4BC3-9AD6-976D1234D89F}" sibTransId="{056A7FB9-EA3F-4C87-BD3D-17AEA765D0D4}"/>
    <dgm:cxn modelId="{22E6C785-FEFA-6947-B188-BB593521D7C9}" type="presParOf" srcId="{923238DF-7EDD-F143-83FC-471E7344AE23}" destId="{84B7D1C3-0241-D142-BAAE-61FF18A0042F}" srcOrd="0" destOrd="0" presId="urn:microsoft.com/office/officeart/2005/8/layout/vList2"/>
    <dgm:cxn modelId="{941B401F-82D6-D84B-BD6D-A7ECBB34C087}" type="presParOf" srcId="{923238DF-7EDD-F143-83FC-471E7344AE23}" destId="{5E5DCD34-001C-D443-921D-2F34BB88CBF9}" srcOrd="1" destOrd="0" presId="urn:microsoft.com/office/officeart/2005/8/layout/vList2"/>
    <dgm:cxn modelId="{C56F0336-2186-E24D-9B54-F3A5C7A923D8}" type="presParOf" srcId="{923238DF-7EDD-F143-83FC-471E7344AE23}" destId="{91C1DB35-4FB0-5843-9101-B73B7CD31BFD}" srcOrd="2" destOrd="0" presId="urn:microsoft.com/office/officeart/2005/8/layout/vList2"/>
    <dgm:cxn modelId="{A728F264-7407-A745-BB0F-6D8699B32D17}" type="presParOf" srcId="{923238DF-7EDD-F143-83FC-471E7344AE23}" destId="{032F84E0-D0FB-D843-9440-2BFA32E06F57}" srcOrd="3" destOrd="0" presId="urn:microsoft.com/office/officeart/2005/8/layout/vList2"/>
    <dgm:cxn modelId="{078C9674-B050-2349-9CBD-1B851E084834}" type="presParOf" srcId="{923238DF-7EDD-F143-83FC-471E7344AE23}" destId="{DB91924A-78F5-9B4C-A81A-C93033AFD63F}" srcOrd="4" destOrd="0" presId="urn:microsoft.com/office/officeart/2005/8/layout/vList2"/>
    <dgm:cxn modelId="{E929DDEB-7A1C-C148-A7B2-84A2400FFA87}" type="presParOf" srcId="{923238DF-7EDD-F143-83FC-471E7344AE23}" destId="{5F369140-1FE4-4D40-B546-9BADBE30726A}" srcOrd="5" destOrd="0" presId="urn:microsoft.com/office/officeart/2005/8/layout/vList2"/>
    <dgm:cxn modelId="{80EC2796-9015-484C-B289-731BDBBB43D0}" type="presParOf" srcId="{923238DF-7EDD-F143-83FC-471E7344AE23}" destId="{FAD65199-EDED-3045-9AB5-AB7268434B0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32CE82-3786-48BC-8828-36B0272ACFF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2FE122-6057-41BF-AC46-040F80F77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Decision Making Tools</a:t>
          </a:r>
        </a:p>
      </dgm:t>
      <dgm:extLst>
        <a:ext uri="{E40237B7-FDA0-4F09-8148-C483321AD2D9}">
          <dgm14:cNvPr xmlns:dgm14="http://schemas.microsoft.com/office/drawing/2010/diagram" id="0" name="" descr="•Decision Making&#10;•Prioritizing/Ranking/Weighting Choices&#10;•Experimental Research Design&#10;•Statistical Analyses&#10;•Usability Testing&#10;•Software Test Generation&#10;•… not much in libraries or by librarians (yet)&#10;"/>
        </a:ext>
      </dgm:extLst>
    </dgm:pt>
    <dgm:pt modelId="{5C2125F5-4A89-47B0-9B0C-3C92354B6E9E}" type="parTrans" cxnId="{0E97CDDA-2F17-4672-9110-BE93105FF7F6}">
      <dgm:prSet/>
      <dgm:spPr/>
      <dgm:t>
        <a:bodyPr/>
        <a:lstStyle/>
        <a:p>
          <a:endParaRPr lang="en-US"/>
        </a:p>
      </dgm:t>
    </dgm:pt>
    <dgm:pt modelId="{D4442478-C5E0-4CFD-9269-D72B31DCC86D}" type="sibTrans" cxnId="{0E97CDDA-2F17-4672-9110-BE93105FF7F6}">
      <dgm:prSet/>
      <dgm:spPr/>
      <dgm:t>
        <a:bodyPr/>
        <a:lstStyle/>
        <a:p>
          <a:endParaRPr lang="en-US"/>
        </a:p>
      </dgm:t>
    </dgm:pt>
    <dgm:pt modelId="{B23AAF50-9922-41FD-B89E-62DCEB2C60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Ranking Choices</a:t>
          </a:r>
        </a:p>
      </dgm:t>
      <dgm:extLst>
        <a:ext uri="{E40237B7-FDA0-4F09-8148-C483321AD2D9}">
          <dgm14:cNvPr xmlns:dgm14="http://schemas.microsoft.com/office/drawing/2010/diagram" id="0" name="" descr="•Ranking Choices&#10;•Decision Making&#10;•Experimental Research Design&#10;•Statistical Analyses&#10;•Usability Testing&#10;•Software Test Generation&#10;•… not much in libraries or by librarians (yet)&#10;"/>
        </a:ext>
      </dgm:extLst>
    </dgm:pt>
    <dgm:pt modelId="{D3B5A5A3-96EF-4A3A-B5FB-6585582B495B}" type="parTrans" cxnId="{FBF03A2A-2EF3-412B-A771-73941A796282}">
      <dgm:prSet/>
      <dgm:spPr/>
      <dgm:t>
        <a:bodyPr/>
        <a:lstStyle/>
        <a:p>
          <a:endParaRPr lang="en-US"/>
        </a:p>
      </dgm:t>
    </dgm:pt>
    <dgm:pt modelId="{AAAE36D9-A2A0-4C37-BC9B-4A35E52F60E9}" type="sibTrans" cxnId="{FBF03A2A-2EF3-412B-A771-73941A796282}">
      <dgm:prSet/>
      <dgm:spPr/>
      <dgm:t>
        <a:bodyPr/>
        <a:lstStyle/>
        <a:p>
          <a:endParaRPr lang="en-US"/>
        </a:p>
      </dgm:t>
    </dgm:pt>
    <dgm:pt modelId="{845FF8A4-C345-496E-A4AF-54B45FA890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Experimental Research Design</a:t>
          </a:r>
        </a:p>
      </dgm:t>
      <dgm:extLst>
        <a:ext uri="{E40237B7-FDA0-4F09-8148-C483321AD2D9}">
          <dgm14:cNvPr xmlns:dgm14="http://schemas.microsoft.com/office/drawing/2010/diagram" id="0" name="" descr="•Decision Making&#10;•Prioritizing/Ranking/Weighting Choices&#10;•Experimental Research Design&#10;•Statistical Analyses&#10;•Usability Testing&#10;•Software Test Generation&#10;•… not much in libraries or by librarians (yet)&#10;"/>
        </a:ext>
      </dgm:extLst>
    </dgm:pt>
    <dgm:pt modelId="{223EAC77-0CE4-4779-B64D-B4EC4E9BFD7A}" type="parTrans" cxnId="{D173D9E7-6CA5-40E7-8486-15652252EB1D}">
      <dgm:prSet/>
      <dgm:spPr/>
      <dgm:t>
        <a:bodyPr/>
        <a:lstStyle/>
        <a:p>
          <a:endParaRPr lang="en-US"/>
        </a:p>
      </dgm:t>
    </dgm:pt>
    <dgm:pt modelId="{E0B9825A-B50A-40B0-A4C1-109E036FA0AD}" type="sibTrans" cxnId="{D173D9E7-6CA5-40E7-8486-15652252EB1D}">
      <dgm:prSet/>
      <dgm:spPr/>
      <dgm:t>
        <a:bodyPr/>
        <a:lstStyle/>
        <a:p>
          <a:endParaRPr lang="en-US"/>
        </a:p>
      </dgm:t>
    </dgm:pt>
    <dgm:pt modelId="{5C665CD7-AC10-43E7-A7B5-A01A83F32F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Statistical Analyses</a:t>
          </a:r>
        </a:p>
      </dgm:t>
      <dgm:extLst>
        <a:ext uri="{E40237B7-FDA0-4F09-8148-C483321AD2D9}">
          <dgm14:cNvPr xmlns:dgm14="http://schemas.microsoft.com/office/drawing/2010/diagram" id="0" name="" descr="•Decision Making&#10;•Prioritizing/Ranking/Weighting Choices&#10;•Experimental Research Design&#10;•Statistical Analyses&#10;•Usability Testing&#10;•Software Test Generation&#10;•… not much in libraries or by librarians (yet)&#10;"/>
        </a:ext>
      </dgm:extLst>
    </dgm:pt>
    <dgm:pt modelId="{F9E043EF-9B7C-4E0C-9007-09F2C50588F5}" type="parTrans" cxnId="{C071BA49-BE7E-434D-BA1B-30D9658290ED}">
      <dgm:prSet/>
      <dgm:spPr/>
      <dgm:t>
        <a:bodyPr/>
        <a:lstStyle/>
        <a:p>
          <a:endParaRPr lang="en-US"/>
        </a:p>
      </dgm:t>
    </dgm:pt>
    <dgm:pt modelId="{43DBF7ED-65AF-4FBB-B96C-17180BEEEEB8}" type="sibTrans" cxnId="{C071BA49-BE7E-434D-BA1B-30D9658290ED}">
      <dgm:prSet/>
      <dgm:spPr/>
      <dgm:t>
        <a:bodyPr/>
        <a:lstStyle/>
        <a:p>
          <a:endParaRPr lang="en-US"/>
        </a:p>
      </dgm:t>
    </dgm:pt>
    <dgm:pt modelId="{7705C7BF-D91A-45E7-8751-4ABB3DE0D9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Usability Testing</a:t>
          </a:r>
        </a:p>
      </dgm:t>
      <dgm:extLst>
        <a:ext uri="{E40237B7-FDA0-4F09-8148-C483321AD2D9}">
          <dgm14:cNvPr xmlns:dgm14="http://schemas.microsoft.com/office/drawing/2010/diagram" id="0" name="" descr="•Decision Making&#10;•Prioritizing/Ranking/Weighting Choices&#10;•Experimental Research Design&#10;•Statistical Analyses&#10;•Usability Testing&#10;•Software Test Generation&#10;•… not much in libraries or by librarians (yet)&#10;"/>
        </a:ext>
      </dgm:extLst>
    </dgm:pt>
    <dgm:pt modelId="{6B512CC7-5F53-48AB-AA79-09570CCE2457}" type="parTrans" cxnId="{2BE55DD1-37A5-4F9A-9DA6-DDA331F55F76}">
      <dgm:prSet/>
      <dgm:spPr/>
      <dgm:t>
        <a:bodyPr/>
        <a:lstStyle/>
        <a:p>
          <a:endParaRPr lang="en-US"/>
        </a:p>
      </dgm:t>
    </dgm:pt>
    <dgm:pt modelId="{4063A0C4-0C39-4C8A-A196-3A1820241908}" type="sibTrans" cxnId="{2BE55DD1-37A5-4F9A-9DA6-DDA331F55F76}">
      <dgm:prSet/>
      <dgm:spPr/>
      <dgm:t>
        <a:bodyPr/>
        <a:lstStyle/>
        <a:p>
          <a:endParaRPr lang="en-US"/>
        </a:p>
      </dgm:t>
    </dgm:pt>
    <dgm:pt modelId="{755E987B-71D8-4EEC-BF0D-A473B885B1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Software Test Generation</a:t>
          </a:r>
        </a:p>
      </dgm:t>
      <dgm:extLst>
        <a:ext uri="{E40237B7-FDA0-4F09-8148-C483321AD2D9}">
          <dgm14:cNvPr xmlns:dgm14="http://schemas.microsoft.com/office/drawing/2010/diagram" id="0" name="" descr="•Decision Making&#10;•Prioritizing/Ranking/Weighting Choices&#10;•Experimental Research Design&#10;•Statistical Analyses&#10;•Usability Testing&#10;•Software Test Generation&#10;•… not much in libraries or by librarians (yet)&#10;"/>
        </a:ext>
      </dgm:extLst>
    </dgm:pt>
    <dgm:pt modelId="{87C8BB1E-7E25-4B70-99A4-8F7CE3007528}" type="parTrans" cxnId="{F9CC22C0-D4FC-46FB-BEEA-E3777C59AF21}">
      <dgm:prSet/>
      <dgm:spPr/>
      <dgm:t>
        <a:bodyPr/>
        <a:lstStyle/>
        <a:p>
          <a:endParaRPr lang="en-US"/>
        </a:p>
      </dgm:t>
    </dgm:pt>
    <dgm:pt modelId="{2E70B4C2-1942-4836-991D-805409F06ABD}" type="sibTrans" cxnId="{F9CC22C0-D4FC-46FB-BEEA-E3777C59AF21}">
      <dgm:prSet/>
      <dgm:spPr/>
      <dgm:t>
        <a:bodyPr/>
        <a:lstStyle/>
        <a:p>
          <a:endParaRPr lang="en-US"/>
        </a:p>
      </dgm:t>
    </dgm:pt>
    <dgm:pt modelId="{AE28E457-B2C1-4710-B5CA-B25D0B99C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… not much in libraries or by librarians</a:t>
          </a:r>
        </a:p>
      </dgm:t>
      <dgm:extLst>
        <a:ext uri="{E40237B7-FDA0-4F09-8148-C483321AD2D9}">
          <dgm14:cNvPr xmlns:dgm14="http://schemas.microsoft.com/office/drawing/2010/diagram" id="0" name="" descr="•Decision Making&#10;•Prioritizing/Ranking/Weighting Choices&#10;•Experimental Research Design&#10;•Statistical Analyses&#10;•Usability Testing&#10;•Software Test Generation&#10;•… not much in libraries or by librarians (yet)&#10;"/>
        </a:ext>
      </dgm:extLst>
    </dgm:pt>
    <dgm:pt modelId="{1D68B489-F941-45AE-B7A7-662EC27FD5E4}" type="parTrans" cxnId="{44581F4A-5259-4EFE-9BD8-C1E46A7ACFD0}">
      <dgm:prSet/>
      <dgm:spPr/>
      <dgm:t>
        <a:bodyPr/>
        <a:lstStyle/>
        <a:p>
          <a:endParaRPr lang="en-US"/>
        </a:p>
      </dgm:t>
    </dgm:pt>
    <dgm:pt modelId="{9E422A77-E02A-4855-8E15-F77BF3EE8141}" type="sibTrans" cxnId="{44581F4A-5259-4EFE-9BD8-C1E46A7ACFD0}">
      <dgm:prSet/>
      <dgm:spPr/>
      <dgm:t>
        <a:bodyPr/>
        <a:lstStyle/>
        <a:p>
          <a:endParaRPr lang="en-US"/>
        </a:p>
      </dgm:t>
    </dgm:pt>
    <dgm:pt modelId="{97950C42-B0A8-4C8D-8EC2-8849321D18AE}" type="pres">
      <dgm:prSet presAssocID="{5532CE82-3786-48BC-8828-36B0272ACFF5}" presName="root" presStyleCnt="0">
        <dgm:presLayoutVars>
          <dgm:dir/>
          <dgm:resizeHandles val="exact"/>
        </dgm:presLayoutVars>
      </dgm:prSet>
      <dgm:spPr/>
    </dgm:pt>
    <dgm:pt modelId="{3EC5EE49-252D-4FA7-8303-8DE4DCFF334F}" type="pres">
      <dgm:prSet presAssocID="{B23AAF50-9922-41FD-B89E-62DCEB2C60BD}" presName="compNode" presStyleCnt="0"/>
      <dgm:spPr/>
    </dgm:pt>
    <dgm:pt modelId="{C3CBFB93-FA7A-45C1-9C7F-D0ECB6BF58D6}" type="pres">
      <dgm:prSet presAssocID="{B23AAF50-9922-41FD-B89E-62DCEB2C60BD}" presName="bgRect" presStyleLbl="bgShp" presStyleIdx="0" presStyleCnt="7"/>
      <dgm:spPr/>
    </dgm:pt>
    <dgm:pt modelId="{4B225530-EF6A-4967-91EA-B513E4BE0DBF}" type="pres">
      <dgm:prSet presAssocID="{B23AAF50-9922-41FD-B89E-62DCEB2C60BD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"/>
        </a:ext>
      </dgm:extLst>
    </dgm:pt>
    <dgm:pt modelId="{7DF3726D-FE6A-4CAF-9261-8F3B87D8BBA8}" type="pres">
      <dgm:prSet presAssocID="{B23AAF50-9922-41FD-B89E-62DCEB2C60BD}" presName="spaceRect" presStyleCnt="0"/>
      <dgm:spPr/>
    </dgm:pt>
    <dgm:pt modelId="{896CE3CB-03F2-4877-9D7C-4238CCEF42B5}" type="pres">
      <dgm:prSet presAssocID="{B23AAF50-9922-41FD-B89E-62DCEB2C60BD}" presName="parTx" presStyleLbl="revTx" presStyleIdx="0" presStyleCnt="7">
        <dgm:presLayoutVars>
          <dgm:chMax val="0"/>
          <dgm:chPref val="0"/>
        </dgm:presLayoutVars>
      </dgm:prSet>
      <dgm:spPr/>
    </dgm:pt>
    <dgm:pt modelId="{8E3AC245-C799-4DC8-AC06-3013419DF2B7}" type="pres">
      <dgm:prSet presAssocID="{AAAE36D9-A2A0-4C37-BC9B-4A35E52F60E9}" presName="sibTrans" presStyleCnt="0"/>
      <dgm:spPr/>
    </dgm:pt>
    <dgm:pt modelId="{AD0D8D5D-A23E-4EBE-9795-236C04DDB389}" type="pres">
      <dgm:prSet presAssocID="{6F2FE122-6057-41BF-AC46-040F80F77930}" presName="compNode" presStyleCnt="0"/>
      <dgm:spPr/>
    </dgm:pt>
    <dgm:pt modelId="{4A948F90-BCF5-4E58-8BFC-B2FE574D5E8D}" type="pres">
      <dgm:prSet presAssocID="{6F2FE122-6057-41BF-AC46-040F80F77930}" presName="bgRect" presStyleLbl="bgShp" presStyleIdx="1" presStyleCnt="7"/>
      <dgm:spPr/>
    </dgm:pt>
    <dgm:pt modelId="{9810F5CE-7E37-43CB-B648-2A32D163E975}" type="pres">
      <dgm:prSet presAssocID="{6F2FE122-6057-41BF-AC46-040F80F7793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325BBF9-915A-4FD3-964D-50F880609FFE}" type="pres">
      <dgm:prSet presAssocID="{6F2FE122-6057-41BF-AC46-040F80F77930}" presName="spaceRect" presStyleCnt="0"/>
      <dgm:spPr/>
    </dgm:pt>
    <dgm:pt modelId="{8997080D-F445-440A-8C14-EEE2F02579FD}" type="pres">
      <dgm:prSet presAssocID="{6F2FE122-6057-41BF-AC46-040F80F77930}" presName="parTx" presStyleLbl="revTx" presStyleIdx="1" presStyleCnt="7">
        <dgm:presLayoutVars>
          <dgm:chMax val="0"/>
          <dgm:chPref val="0"/>
        </dgm:presLayoutVars>
      </dgm:prSet>
      <dgm:spPr/>
    </dgm:pt>
    <dgm:pt modelId="{000EA50F-27E5-4240-9315-FD435E65E36D}" type="pres">
      <dgm:prSet presAssocID="{D4442478-C5E0-4CFD-9269-D72B31DCC86D}" presName="sibTrans" presStyleCnt="0"/>
      <dgm:spPr/>
    </dgm:pt>
    <dgm:pt modelId="{D05B119E-728B-4554-A6EC-FA4BABA55A20}" type="pres">
      <dgm:prSet presAssocID="{7705C7BF-D91A-45E7-8751-4ABB3DE0D9B2}" presName="compNode" presStyleCnt="0"/>
      <dgm:spPr/>
    </dgm:pt>
    <dgm:pt modelId="{1B044CE7-F077-4C08-83E6-EECDDBD6A2E0}" type="pres">
      <dgm:prSet presAssocID="{7705C7BF-D91A-45E7-8751-4ABB3DE0D9B2}" presName="bgRect" presStyleLbl="bgShp" presStyleIdx="2" presStyleCnt="7"/>
      <dgm:spPr/>
    </dgm:pt>
    <dgm:pt modelId="{C6E5B4D0-E683-44C9-AA90-4E3364611CAE}" type="pres">
      <dgm:prSet presAssocID="{7705C7BF-D91A-45E7-8751-4ABB3DE0D9B2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F78FE34-0733-4B1C-A7EC-234370C7F881}" type="pres">
      <dgm:prSet presAssocID="{7705C7BF-D91A-45E7-8751-4ABB3DE0D9B2}" presName="spaceRect" presStyleCnt="0"/>
      <dgm:spPr/>
    </dgm:pt>
    <dgm:pt modelId="{702ADACD-D278-43C4-83DF-2502DB5AEA0C}" type="pres">
      <dgm:prSet presAssocID="{7705C7BF-D91A-45E7-8751-4ABB3DE0D9B2}" presName="parTx" presStyleLbl="revTx" presStyleIdx="2" presStyleCnt="7">
        <dgm:presLayoutVars>
          <dgm:chMax val="0"/>
          <dgm:chPref val="0"/>
        </dgm:presLayoutVars>
      </dgm:prSet>
      <dgm:spPr/>
    </dgm:pt>
    <dgm:pt modelId="{7353D594-4D38-4259-BC90-1EA7FA406051}" type="pres">
      <dgm:prSet presAssocID="{4063A0C4-0C39-4C8A-A196-3A1820241908}" presName="sibTrans" presStyleCnt="0"/>
      <dgm:spPr/>
    </dgm:pt>
    <dgm:pt modelId="{5C9AB3AD-46A3-4368-B694-3F86D94F2271}" type="pres">
      <dgm:prSet presAssocID="{5C665CD7-AC10-43E7-A7B5-A01A83F32FC3}" presName="compNode" presStyleCnt="0"/>
      <dgm:spPr/>
    </dgm:pt>
    <dgm:pt modelId="{4A89FF2B-672C-43DC-86C7-E0EC95E1FF0D}" type="pres">
      <dgm:prSet presAssocID="{5C665CD7-AC10-43E7-A7B5-A01A83F32FC3}" presName="bgRect" presStyleLbl="bgShp" presStyleIdx="3" presStyleCnt="7"/>
      <dgm:spPr/>
    </dgm:pt>
    <dgm:pt modelId="{1E1E1AD8-E95A-4B90-BB0A-B3A0D71D5BD9}" type="pres">
      <dgm:prSet presAssocID="{5C665CD7-AC10-43E7-A7B5-A01A83F32FC3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E2B6E29-AD50-440C-AFD7-F1C2E7497330}" type="pres">
      <dgm:prSet presAssocID="{5C665CD7-AC10-43E7-A7B5-A01A83F32FC3}" presName="spaceRect" presStyleCnt="0"/>
      <dgm:spPr/>
    </dgm:pt>
    <dgm:pt modelId="{E3149A66-CB84-4999-98D5-6A3A9A74F166}" type="pres">
      <dgm:prSet presAssocID="{5C665CD7-AC10-43E7-A7B5-A01A83F32FC3}" presName="parTx" presStyleLbl="revTx" presStyleIdx="3" presStyleCnt="7">
        <dgm:presLayoutVars>
          <dgm:chMax val="0"/>
          <dgm:chPref val="0"/>
        </dgm:presLayoutVars>
      </dgm:prSet>
      <dgm:spPr/>
    </dgm:pt>
    <dgm:pt modelId="{38E6558A-F6AF-41EC-B454-FDDACCACDF38}" type="pres">
      <dgm:prSet presAssocID="{43DBF7ED-65AF-4FBB-B96C-17180BEEEEB8}" presName="sibTrans" presStyleCnt="0"/>
      <dgm:spPr/>
    </dgm:pt>
    <dgm:pt modelId="{0C618366-D78C-48EC-86DC-634F1E4DA3E9}" type="pres">
      <dgm:prSet presAssocID="{845FF8A4-C345-496E-A4AF-54B45FA89061}" presName="compNode" presStyleCnt="0"/>
      <dgm:spPr/>
    </dgm:pt>
    <dgm:pt modelId="{79826910-3A33-4277-B8DD-B8430DC5F3C2}" type="pres">
      <dgm:prSet presAssocID="{845FF8A4-C345-496E-A4AF-54B45FA89061}" presName="bgRect" presStyleLbl="bgShp" presStyleIdx="4" presStyleCnt="7"/>
      <dgm:spPr/>
    </dgm:pt>
    <dgm:pt modelId="{8F300AEE-7A6E-416C-98AC-0B553DD06D79}" type="pres">
      <dgm:prSet presAssocID="{845FF8A4-C345-496E-A4AF-54B45FA8906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5A90CD98-9A24-405B-A08D-19E00974CA77}" type="pres">
      <dgm:prSet presAssocID="{845FF8A4-C345-496E-A4AF-54B45FA89061}" presName="spaceRect" presStyleCnt="0"/>
      <dgm:spPr/>
    </dgm:pt>
    <dgm:pt modelId="{6A743B1B-42C2-478B-ADE1-F147B6891D2D}" type="pres">
      <dgm:prSet presAssocID="{845FF8A4-C345-496E-A4AF-54B45FA89061}" presName="parTx" presStyleLbl="revTx" presStyleIdx="4" presStyleCnt="7">
        <dgm:presLayoutVars>
          <dgm:chMax val="0"/>
          <dgm:chPref val="0"/>
        </dgm:presLayoutVars>
      </dgm:prSet>
      <dgm:spPr/>
    </dgm:pt>
    <dgm:pt modelId="{68E57996-A3B1-4375-8799-268B21077BF6}" type="pres">
      <dgm:prSet presAssocID="{E0B9825A-B50A-40B0-A4C1-109E036FA0AD}" presName="sibTrans" presStyleCnt="0"/>
      <dgm:spPr/>
    </dgm:pt>
    <dgm:pt modelId="{2CC86E0B-423E-4EF6-9077-129FD92727CF}" type="pres">
      <dgm:prSet presAssocID="{755E987B-71D8-4EEC-BF0D-A473B885B118}" presName="compNode" presStyleCnt="0"/>
      <dgm:spPr/>
    </dgm:pt>
    <dgm:pt modelId="{383A540D-23D0-4445-AD82-01D89F436075}" type="pres">
      <dgm:prSet presAssocID="{755E987B-71D8-4EEC-BF0D-A473B885B118}" presName="bgRect" presStyleLbl="bgShp" presStyleIdx="5" presStyleCnt="7"/>
      <dgm:spPr/>
    </dgm:pt>
    <dgm:pt modelId="{E479C53D-CE3C-4CF0-A60A-C306BB6000E6}" type="pres">
      <dgm:prSet presAssocID="{755E987B-71D8-4EEC-BF0D-A473B885B118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53193BF-91F9-49FE-AB9C-77EF3565C739}" type="pres">
      <dgm:prSet presAssocID="{755E987B-71D8-4EEC-BF0D-A473B885B118}" presName="spaceRect" presStyleCnt="0"/>
      <dgm:spPr/>
    </dgm:pt>
    <dgm:pt modelId="{DEC94803-97EC-4A7B-BC32-1E206849950D}" type="pres">
      <dgm:prSet presAssocID="{755E987B-71D8-4EEC-BF0D-A473B885B118}" presName="parTx" presStyleLbl="revTx" presStyleIdx="5" presStyleCnt="7">
        <dgm:presLayoutVars>
          <dgm:chMax val="0"/>
          <dgm:chPref val="0"/>
        </dgm:presLayoutVars>
      </dgm:prSet>
      <dgm:spPr/>
    </dgm:pt>
    <dgm:pt modelId="{DDAD05BD-B796-4F1F-A028-5F5A048D8292}" type="pres">
      <dgm:prSet presAssocID="{2E70B4C2-1942-4836-991D-805409F06ABD}" presName="sibTrans" presStyleCnt="0"/>
      <dgm:spPr/>
    </dgm:pt>
    <dgm:pt modelId="{501718E8-2AE7-42F7-8825-5BCFCC39D0D9}" type="pres">
      <dgm:prSet presAssocID="{AE28E457-B2C1-4710-B5CA-B25D0B99CB31}" presName="compNode" presStyleCnt="0"/>
      <dgm:spPr/>
    </dgm:pt>
    <dgm:pt modelId="{F210D021-80D2-40DF-B549-731D215A7855}" type="pres">
      <dgm:prSet presAssocID="{AE28E457-B2C1-4710-B5CA-B25D0B99CB31}" presName="bgRect" presStyleLbl="bgShp" presStyleIdx="6" presStyleCnt="7"/>
      <dgm:spPr/>
    </dgm:pt>
    <dgm:pt modelId="{F7B06529-B1C6-4CD6-A2F7-FCFE96B6C668}" type="pres">
      <dgm:prSet presAssocID="{AE28E457-B2C1-4710-B5CA-B25D0B99CB31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F96034FB-422C-4F4D-B1CB-23E2B1BA5A91}" type="pres">
      <dgm:prSet presAssocID="{AE28E457-B2C1-4710-B5CA-B25D0B99CB31}" presName="spaceRect" presStyleCnt="0"/>
      <dgm:spPr/>
    </dgm:pt>
    <dgm:pt modelId="{5949DBFC-5025-4CCE-AC4D-082BED6E737B}" type="pres">
      <dgm:prSet presAssocID="{AE28E457-B2C1-4710-B5CA-B25D0B99CB31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BF03A2A-2EF3-412B-A771-73941A796282}" srcId="{5532CE82-3786-48BC-8828-36B0272ACFF5}" destId="{B23AAF50-9922-41FD-B89E-62DCEB2C60BD}" srcOrd="0" destOrd="0" parTransId="{D3B5A5A3-96EF-4A3A-B5FB-6585582B495B}" sibTransId="{AAAE36D9-A2A0-4C37-BC9B-4A35E52F60E9}"/>
    <dgm:cxn modelId="{6FC05B3F-5326-F84D-AED0-6B6B4710AC70}" type="presOf" srcId="{B23AAF50-9922-41FD-B89E-62DCEB2C60BD}" destId="{896CE3CB-03F2-4877-9D7C-4238CCEF42B5}" srcOrd="0" destOrd="0" presId="urn:microsoft.com/office/officeart/2018/2/layout/IconVerticalSolidList"/>
    <dgm:cxn modelId="{C071BA49-BE7E-434D-BA1B-30D9658290ED}" srcId="{5532CE82-3786-48BC-8828-36B0272ACFF5}" destId="{5C665CD7-AC10-43E7-A7B5-A01A83F32FC3}" srcOrd="3" destOrd="0" parTransId="{F9E043EF-9B7C-4E0C-9007-09F2C50588F5}" sibTransId="{43DBF7ED-65AF-4FBB-B96C-17180BEEEEB8}"/>
    <dgm:cxn modelId="{44581F4A-5259-4EFE-9BD8-C1E46A7ACFD0}" srcId="{5532CE82-3786-48BC-8828-36B0272ACFF5}" destId="{AE28E457-B2C1-4710-B5CA-B25D0B99CB31}" srcOrd="6" destOrd="0" parTransId="{1D68B489-F941-45AE-B7A7-662EC27FD5E4}" sibTransId="{9E422A77-E02A-4855-8E15-F77BF3EE8141}"/>
    <dgm:cxn modelId="{4DFDF856-E87D-E44A-A307-BE9FBF07DAB9}" type="presOf" srcId="{845FF8A4-C345-496E-A4AF-54B45FA89061}" destId="{6A743B1B-42C2-478B-ADE1-F147B6891D2D}" srcOrd="0" destOrd="0" presId="urn:microsoft.com/office/officeart/2018/2/layout/IconVerticalSolidList"/>
    <dgm:cxn modelId="{C8A35B87-83DA-7A4E-9210-E23738CBB2EF}" type="presOf" srcId="{755E987B-71D8-4EEC-BF0D-A473B885B118}" destId="{DEC94803-97EC-4A7B-BC32-1E206849950D}" srcOrd="0" destOrd="0" presId="urn:microsoft.com/office/officeart/2018/2/layout/IconVerticalSolidList"/>
    <dgm:cxn modelId="{80AD9E91-7B0D-4A4C-A16B-71561B8AF819}" type="presOf" srcId="{5C665CD7-AC10-43E7-A7B5-A01A83F32FC3}" destId="{E3149A66-CB84-4999-98D5-6A3A9A74F166}" srcOrd="0" destOrd="0" presId="urn:microsoft.com/office/officeart/2018/2/layout/IconVerticalSolidList"/>
    <dgm:cxn modelId="{9BE31699-B8AA-B643-8B77-B0C7B9739792}" type="presOf" srcId="{AE28E457-B2C1-4710-B5CA-B25D0B99CB31}" destId="{5949DBFC-5025-4CCE-AC4D-082BED6E737B}" srcOrd="0" destOrd="0" presId="urn:microsoft.com/office/officeart/2018/2/layout/IconVerticalSolidList"/>
    <dgm:cxn modelId="{E98B52B4-CA69-4517-957B-57A337BBA085}" type="presOf" srcId="{5532CE82-3786-48BC-8828-36B0272ACFF5}" destId="{97950C42-B0A8-4C8D-8EC2-8849321D18AE}" srcOrd="0" destOrd="0" presId="urn:microsoft.com/office/officeart/2018/2/layout/IconVerticalSolidList"/>
    <dgm:cxn modelId="{F9CC22C0-D4FC-46FB-BEEA-E3777C59AF21}" srcId="{5532CE82-3786-48BC-8828-36B0272ACFF5}" destId="{755E987B-71D8-4EEC-BF0D-A473B885B118}" srcOrd="5" destOrd="0" parTransId="{87C8BB1E-7E25-4B70-99A4-8F7CE3007528}" sibTransId="{2E70B4C2-1942-4836-991D-805409F06ABD}"/>
    <dgm:cxn modelId="{0E8235C6-B26C-7A46-A046-BD49D9140864}" type="presOf" srcId="{7705C7BF-D91A-45E7-8751-4ABB3DE0D9B2}" destId="{702ADACD-D278-43C4-83DF-2502DB5AEA0C}" srcOrd="0" destOrd="0" presId="urn:microsoft.com/office/officeart/2018/2/layout/IconVerticalSolidList"/>
    <dgm:cxn modelId="{2BE55DD1-37A5-4F9A-9DA6-DDA331F55F76}" srcId="{5532CE82-3786-48BC-8828-36B0272ACFF5}" destId="{7705C7BF-D91A-45E7-8751-4ABB3DE0D9B2}" srcOrd="2" destOrd="0" parTransId="{6B512CC7-5F53-48AB-AA79-09570CCE2457}" sibTransId="{4063A0C4-0C39-4C8A-A196-3A1820241908}"/>
    <dgm:cxn modelId="{91B024D5-B885-2A4D-85FA-AA2499E6DFE7}" type="presOf" srcId="{6F2FE122-6057-41BF-AC46-040F80F77930}" destId="{8997080D-F445-440A-8C14-EEE2F02579FD}" srcOrd="0" destOrd="0" presId="urn:microsoft.com/office/officeart/2018/2/layout/IconVerticalSolidList"/>
    <dgm:cxn modelId="{0E97CDDA-2F17-4672-9110-BE93105FF7F6}" srcId="{5532CE82-3786-48BC-8828-36B0272ACFF5}" destId="{6F2FE122-6057-41BF-AC46-040F80F77930}" srcOrd="1" destOrd="0" parTransId="{5C2125F5-4A89-47B0-9B0C-3C92354B6E9E}" sibTransId="{D4442478-C5E0-4CFD-9269-D72B31DCC86D}"/>
    <dgm:cxn modelId="{D173D9E7-6CA5-40E7-8486-15652252EB1D}" srcId="{5532CE82-3786-48BC-8828-36B0272ACFF5}" destId="{845FF8A4-C345-496E-A4AF-54B45FA89061}" srcOrd="4" destOrd="0" parTransId="{223EAC77-0CE4-4779-B64D-B4EC4E9BFD7A}" sibTransId="{E0B9825A-B50A-40B0-A4C1-109E036FA0AD}"/>
    <dgm:cxn modelId="{D45A55B1-7988-CE46-AC90-74F4055A75D5}" type="presParOf" srcId="{97950C42-B0A8-4C8D-8EC2-8849321D18AE}" destId="{3EC5EE49-252D-4FA7-8303-8DE4DCFF334F}" srcOrd="0" destOrd="0" presId="urn:microsoft.com/office/officeart/2018/2/layout/IconVerticalSolidList"/>
    <dgm:cxn modelId="{10162702-BEBF-B242-881A-8570D60039FA}" type="presParOf" srcId="{3EC5EE49-252D-4FA7-8303-8DE4DCFF334F}" destId="{C3CBFB93-FA7A-45C1-9C7F-D0ECB6BF58D6}" srcOrd="0" destOrd="0" presId="urn:microsoft.com/office/officeart/2018/2/layout/IconVerticalSolidList"/>
    <dgm:cxn modelId="{86DE10D4-C526-624C-B67E-2D82DB72C246}" type="presParOf" srcId="{3EC5EE49-252D-4FA7-8303-8DE4DCFF334F}" destId="{4B225530-EF6A-4967-91EA-B513E4BE0DBF}" srcOrd="1" destOrd="0" presId="urn:microsoft.com/office/officeart/2018/2/layout/IconVerticalSolidList"/>
    <dgm:cxn modelId="{F3943A65-6955-D446-8286-25BC2AD8864F}" type="presParOf" srcId="{3EC5EE49-252D-4FA7-8303-8DE4DCFF334F}" destId="{7DF3726D-FE6A-4CAF-9261-8F3B87D8BBA8}" srcOrd="2" destOrd="0" presId="urn:microsoft.com/office/officeart/2018/2/layout/IconVerticalSolidList"/>
    <dgm:cxn modelId="{28CAC5D2-8BE9-6341-95B4-70506FB27305}" type="presParOf" srcId="{3EC5EE49-252D-4FA7-8303-8DE4DCFF334F}" destId="{896CE3CB-03F2-4877-9D7C-4238CCEF42B5}" srcOrd="3" destOrd="0" presId="urn:microsoft.com/office/officeart/2018/2/layout/IconVerticalSolidList"/>
    <dgm:cxn modelId="{9E5BB282-49D1-664C-80EF-BE7799AD61D8}" type="presParOf" srcId="{97950C42-B0A8-4C8D-8EC2-8849321D18AE}" destId="{8E3AC245-C799-4DC8-AC06-3013419DF2B7}" srcOrd="1" destOrd="0" presId="urn:microsoft.com/office/officeart/2018/2/layout/IconVerticalSolidList"/>
    <dgm:cxn modelId="{A35528B5-1E25-0D40-A3D2-00F5744A5F57}" type="presParOf" srcId="{97950C42-B0A8-4C8D-8EC2-8849321D18AE}" destId="{AD0D8D5D-A23E-4EBE-9795-236C04DDB389}" srcOrd="2" destOrd="0" presId="urn:microsoft.com/office/officeart/2018/2/layout/IconVerticalSolidList"/>
    <dgm:cxn modelId="{65F76816-4CE8-204F-98E9-DB30FF1BEE55}" type="presParOf" srcId="{AD0D8D5D-A23E-4EBE-9795-236C04DDB389}" destId="{4A948F90-BCF5-4E58-8BFC-B2FE574D5E8D}" srcOrd="0" destOrd="0" presId="urn:microsoft.com/office/officeart/2018/2/layout/IconVerticalSolidList"/>
    <dgm:cxn modelId="{2EBCB972-672E-2042-8300-76A85B0E28E0}" type="presParOf" srcId="{AD0D8D5D-A23E-4EBE-9795-236C04DDB389}" destId="{9810F5CE-7E37-43CB-B648-2A32D163E975}" srcOrd="1" destOrd="0" presId="urn:microsoft.com/office/officeart/2018/2/layout/IconVerticalSolidList"/>
    <dgm:cxn modelId="{A7BB9490-E98B-9C46-AEBE-DFF29EA6B6C5}" type="presParOf" srcId="{AD0D8D5D-A23E-4EBE-9795-236C04DDB389}" destId="{4325BBF9-915A-4FD3-964D-50F880609FFE}" srcOrd="2" destOrd="0" presId="urn:microsoft.com/office/officeart/2018/2/layout/IconVerticalSolidList"/>
    <dgm:cxn modelId="{73C30D02-EC2B-744E-97AA-94724CDC3057}" type="presParOf" srcId="{AD0D8D5D-A23E-4EBE-9795-236C04DDB389}" destId="{8997080D-F445-440A-8C14-EEE2F02579FD}" srcOrd="3" destOrd="0" presId="urn:microsoft.com/office/officeart/2018/2/layout/IconVerticalSolidList"/>
    <dgm:cxn modelId="{78BD0A19-C71A-D843-88F6-3B0AFFE9AF48}" type="presParOf" srcId="{97950C42-B0A8-4C8D-8EC2-8849321D18AE}" destId="{000EA50F-27E5-4240-9315-FD435E65E36D}" srcOrd="3" destOrd="0" presId="urn:microsoft.com/office/officeart/2018/2/layout/IconVerticalSolidList"/>
    <dgm:cxn modelId="{4ABB73CC-1393-2441-BE69-E12F02C816A8}" type="presParOf" srcId="{97950C42-B0A8-4C8D-8EC2-8849321D18AE}" destId="{D05B119E-728B-4554-A6EC-FA4BABA55A20}" srcOrd="4" destOrd="0" presId="urn:microsoft.com/office/officeart/2018/2/layout/IconVerticalSolidList"/>
    <dgm:cxn modelId="{58C88469-EFFE-0540-B7EE-F8228EBEFF85}" type="presParOf" srcId="{D05B119E-728B-4554-A6EC-FA4BABA55A20}" destId="{1B044CE7-F077-4C08-83E6-EECDDBD6A2E0}" srcOrd="0" destOrd="0" presId="urn:microsoft.com/office/officeart/2018/2/layout/IconVerticalSolidList"/>
    <dgm:cxn modelId="{9700F615-0DCF-2748-9E7F-8EF6EE864CB5}" type="presParOf" srcId="{D05B119E-728B-4554-A6EC-FA4BABA55A20}" destId="{C6E5B4D0-E683-44C9-AA90-4E3364611CAE}" srcOrd="1" destOrd="0" presId="urn:microsoft.com/office/officeart/2018/2/layout/IconVerticalSolidList"/>
    <dgm:cxn modelId="{5C26E4BD-22F7-4A44-AE50-DB43E2146961}" type="presParOf" srcId="{D05B119E-728B-4554-A6EC-FA4BABA55A20}" destId="{FF78FE34-0733-4B1C-A7EC-234370C7F881}" srcOrd="2" destOrd="0" presId="urn:microsoft.com/office/officeart/2018/2/layout/IconVerticalSolidList"/>
    <dgm:cxn modelId="{BD7E9D75-F654-1E4F-9165-153CDFC8837F}" type="presParOf" srcId="{D05B119E-728B-4554-A6EC-FA4BABA55A20}" destId="{702ADACD-D278-43C4-83DF-2502DB5AEA0C}" srcOrd="3" destOrd="0" presId="urn:microsoft.com/office/officeart/2018/2/layout/IconVerticalSolidList"/>
    <dgm:cxn modelId="{9419D426-F436-F941-A70D-16E7B2B1A58E}" type="presParOf" srcId="{97950C42-B0A8-4C8D-8EC2-8849321D18AE}" destId="{7353D594-4D38-4259-BC90-1EA7FA406051}" srcOrd="5" destOrd="0" presId="urn:microsoft.com/office/officeart/2018/2/layout/IconVerticalSolidList"/>
    <dgm:cxn modelId="{0CE6E883-3857-D240-9887-D59231F1C8DD}" type="presParOf" srcId="{97950C42-B0A8-4C8D-8EC2-8849321D18AE}" destId="{5C9AB3AD-46A3-4368-B694-3F86D94F2271}" srcOrd="6" destOrd="0" presId="urn:microsoft.com/office/officeart/2018/2/layout/IconVerticalSolidList"/>
    <dgm:cxn modelId="{9FB90973-26D6-EE40-82BB-410DDF736ADD}" type="presParOf" srcId="{5C9AB3AD-46A3-4368-B694-3F86D94F2271}" destId="{4A89FF2B-672C-43DC-86C7-E0EC95E1FF0D}" srcOrd="0" destOrd="0" presId="urn:microsoft.com/office/officeart/2018/2/layout/IconVerticalSolidList"/>
    <dgm:cxn modelId="{D3DB7911-5105-2E46-8AE9-80C4FED42213}" type="presParOf" srcId="{5C9AB3AD-46A3-4368-B694-3F86D94F2271}" destId="{1E1E1AD8-E95A-4B90-BB0A-B3A0D71D5BD9}" srcOrd="1" destOrd="0" presId="urn:microsoft.com/office/officeart/2018/2/layout/IconVerticalSolidList"/>
    <dgm:cxn modelId="{4A1100D3-CBDE-3B42-AD27-A5E866FDFFFC}" type="presParOf" srcId="{5C9AB3AD-46A3-4368-B694-3F86D94F2271}" destId="{EE2B6E29-AD50-440C-AFD7-F1C2E7497330}" srcOrd="2" destOrd="0" presId="urn:microsoft.com/office/officeart/2018/2/layout/IconVerticalSolidList"/>
    <dgm:cxn modelId="{5338F67A-F738-0A40-AA1F-491F6FFCBFBD}" type="presParOf" srcId="{5C9AB3AD-46A3-4368-B694-3F86D94F2271}" destId="{E3149A66-CB84-4999-98D5-6A3A9A74F166}" srcOrd="3" destOrd="0" presId="urn:microsoft.com/office/officeart/2018/2/layout/IconVerticalSolidList"/>
    <dgm:cxn modelId="{5A509065-9F98-B84C-A8ED-FFA95CC5EED9}" type="presParOf" srcId="{97950C42-B0A8-4C8D-8EC2-8849321D18AE}" destId="{38E6558A-F6AF-41EC-B454-FDDACCACDF38}" srcOrd="7" destOrd="0" presId="urn:microsoft.com/office/officeart/2018/2/layout/IconVerticalSolidList"/>
    <dgm:cxn modelId="{59762D73-B31D-B94A-A9C3-59B42F94139C}" type="presParOf" srcId="{97950C42-B0A8-4C8D-8EC2-8849321D18AE}" destId="{0C618366-D78C-48EC-86DC-634F1E4DA3E9}" srcOrd="8" destOrd="0" presId="urn:microsoft.com/office/officeart/2018/2/layout/IconVerticalSolidList"/>
    <dgm:cxn modelId="{1EACCE2E-25CD-1C4D-8C55-168CA31EBD08}" type="presParOf" srcId="{0C618366-D78C-48EC-86DC-634F1E4DA3E9}" destId="{79826910-3A33-4277-B8DD-B8430DC5F3C2}" srcOrd="0" destOrd="0" presId="urn:microsoft.com/office/officeart/2018/2/layout/IconVerticalSolidList"/>
    <dgm:cxn modelId="{CD2885EA-579B-DE4F-8FD0-08EDDE827AD2}" type="presParOf" srcId="{0C618366-D78C-48EC-86DC-634F1E4DA3E9}" destId="{8F300AEE-7A6E-416C-98AC-0B553DD06D79}" srcOrd="1" destOrd="0" presId="urn:microsoft.com/office/officeart/2018/2/layout/IconVerticalSolidList"/>
    <dgm:cxn modelId="{4708AD4C-D182-D747-A9F5-7609E1E15EAD}" type="presParOf" srcId="{0C618366-D78C-48EC-86DC-634F1E4DA3E9}" destId="{5A90CD98-9A24-405B-A08D-19E00974CA77}" srcOrd="2" destOrd="0" presId="urn:microsoft.com/office/officeart/2018/2/layout/IconVerticalSolidList"/>
    <dgm:cxn modelId="{9640CE9A-9A4B-F449-A00D-267084E2B5FD}" type="presParOf" srcId="{0C618366-D78C-48EC-86DC-634F1E4DA3E9}" destId="{6A743B1B-42C2-478B-ADE1-F147B6891D2D}" srcOrd="3" destOrd="0" presId="urn:microsoft.com/office/officeart/2018/2/layout/IconVerticalSolidList"/>
    <dgm:cxn modelId="{F2A1A222-518D-1148-8C63-DB2A71816755}" type="presParOf" srcId="{97950C42-B0A8-4C8D-8EC2-8849321D18AE}" destId="{68E57996-A3B1-4375-8799-268B21077BF6}" srcOrd="9" destOrd="0" presId="urn:microsoft.com/office/officeart/2018/2/layout/IconVerticalSolidList"/>
    <dgm:cxn modelId="{42E0622E-46F4-584E-BC7B-D576C62CFBE4}" type="presParOf" srcId="{97950C42-B0A8-4C8D-8EC2-8849321D18AE}" destId="{2CC86E0B-423E-4EF6-9077-129FD92727CF}" srcOrd="10" destOrd="0" presId="urn:microsoft.com/office/officeart/2018/2/layout/IconVerticalSolidList"/>
    <dgm:cxn modelId="{1275CB9A-DF0F-4440-B245-224857088989}" type="presParOf" srcId="{2CC86E0B-423E-4EF6-9077-129FD92727CF}" destId="{383A540D-23D0-4445-AD82-01D89F436075}" srcOrd="0" destOrd="0" presId="urn:microsoft.com/office/officeart/2018/2/layout/IconVerticalSolidList"/>
    <dgm:cxn modelId="{F7002B9E-F8DB-1641-85DD-3E60E15CA3EF}" type="presParOf" srcId="{2CC86E0B-423E-4EF6-9077-129FD92727CF}" destId="{E479C53D-CE3C-4CF0-A60A-C306BB6000E6}" srcOrd="1" destOrd="0" presId="urn:microsoft.com/office/officeart/2018/2/layout/IconVerticalSolidList"/>
    <dgm:cxn modelId="{9B9B8342-A0DA-7A49-B804-F7E31DD68AFD}" type="presParOf" srcId="{2CC86E0B-423E-4EF6-9077-129FD92727CF}" destId="{E53193BF-91F9-49FE-AB9C-77EF3565C739}" srcOrd="2" destOrd="0" presId="urn:microsoft.com/office/officeart/2018/2/layout/IconVerticalSolidList"/>
    <dgm:cxn modelId="{29F90FBC-5080-EF43-8CD2-6981A634EE3C}" type="presParOf" srcId="{2CC86E0B-423E-4EF6-9077-129FD92727CF}" destId="{DEC94803-97EC-4A7B-BC32-1E206849950D}" srcOrd="3" destOrd="0" presId="urn:microsoft.com/office/officeart/2018/2/layout/IconVerticalSolidList"/>
    <dgm:cxn modelId="{FFC14BD1-868B-0645-A897-2689000E076A}" type="presParOf" srcId="{97950C42-B0A8-4C8D-8EC2-8849321D18AE}" destId="{DDAD05BD-B796-4F1F-A028-5F5A048D8292}" srcOrd="11" destOrd="0" presId="urn:microsoft.com/office/officeart/2018/2/layout/IconVerticalSolidList"/>
    <dgm:cxn modelId="{E9B23340-CB99-8947-9834-7BDE12CD2C35}" type="presParOf" srcId="{97950C42-B0A8-4C8D-8EC2-8849321D18AE}" destId="{501718E8-2AE7-42F7-8825-5BCFCC39D0D9}" srcOrd="12" destOrd="0" presId="urn:microsoft.com/office/officeart/2018/2/layout/IconVerticalSolidList"/>
    <dgm:cxn modelId="{350B6C29-62EC-A146-BB18-CD50A4556D27}" type="presParOf" srcId="{501718E8-2AE7-42F7-8825-5BCFCC39D0D9}" destId="{F210D021-80D2-40DF-B549-731D215A7855}" srcOrd="0" destOrd="0" presId="urn:microsoft.com/office/officeart/2018/2/layout/IconVerticalSolidList"/>
    <dgm:cxn modelId="{82C23BB3-754B-924C-8437-3C3F90C79310}" type="presParOf" srcId="{501718E8-2AE7-42F7-8825-5BCFCC39D0D9}" destId="{F7B06529-B1C6-4CD6-A2F7-FCFE96B6C668}" srcOrd="1" destOrd="0" presId="urn:microsoft.com/office/officeart/2018/2/layout/IconVerticalSolidList"/>
    <dgm:cxn modelId="{F7F2E409-60D4-BE4A-9D5B-F5946435E074}" type="presParOf" srcId="{501718E8-2AE7-42F7-8825-5BCFCC39D0D9}" destId="{F96034FB-422C-4F4D-B1CB-23E2B1BA5A91}" srcOrd="2" destOrd="0" presId="urn:microsoft.com/office/officeart/2018/2/layout/IconVerticalSolidList"/>
    <dgm:cxn modelId="{BEC58042-F2B5-914F-BE9D-BBEAB3F76897}" type="presParOf" srcId="{501718E8-2AE7-42F7-8825-5BCFCC39D0D9}" destId="{5949DBFC-5025-4CCE-AC4D-082BED6E73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B47EB1-42FD-4D8A-A1BD-8AA760FAECF4}" type="doc">
      <dgm:prSet loTypeId="urn:microsoft.com/office/officeart/2017/3/layout/DropPinTimeline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9FCF2B7-9607-426B-BB38-1B9839058A53}">
      <dgm:prSet/>
      <dgm:spPr/>
      <dgm:t>
        <a:bodyPr/>
        <a:lstStyle/>
        <a:p>
          <a:pPr>
            <a:defRPr b="1"/>
          </a:pPr>
          <a:r>
            <a:rPr lang="en-US"/>
            <a:t>2018</a:t>
          </a:r>
        </a:p>
      </dgm:t>
    </dgm:pt>
    <dgm:pt modelId="{7C2CBE2F-C2EF-4300-95AD-3DF644203919}" type="parTrans" cxnId="{929A383F-5B8C-49C7-AB2A-7CCD856AC118}">
      <dgm:prSet/>
      <dgm:spPr/>
      <dgm:t>
        <a:bodyPr/>
        <a:lstStyle/>
        <a:p>
          <a:endParaRPr lang="en-US"/>
        </a:p>
      </dgm:t>
    </dgm:pt>
    <dgm:pt modelId="{2C10F316-7F7D-499E-85CE-60BFE4912510}" type="sibTrans" cxnId="{929A383F-5B8C-49C7-AB2A-7CCD856AC118}">
      <dgm:prSet/>
      <dgm:spPr/>
      <dgm:t>
        <a:bodyPr/>
        <a:lstStyle/>
        <a:p>
          <a:endParaRPr lang="en-US"/>
        </a:p>
      </dgm:t>
    </dgm:pt>
    <dgm:pt modelId="{4A171FC1-6F35-47B4-B9E6-E29FBEE193B7}">
      <dgm:prSet/>
      <dgm:spPr/>
      <dgm:t>
        <a:bodyPr/>
        <a:lstStyle/>
        <a:p>
          <a:r>
            <a:rPr lang="en-US"/>
            <a:t>A Research Team asks the Library about combining long lists of genes with long lists of keywords to search all the pairings in PubMed</a:t>
          </a:r>
        </a:p>
      </dgm:t>
    </dgm:pt>
    <dgm:pt modelId="{D1B6F535-A3BB-4D4F-92F9-9C3D85B295F8}" type="parTrans" cxnId="{C1CC606F-5567-4464-A53D-F19FF3E922E5}">
      <dgm:prSet/>
      <dgm:spPr/>
      <dgm:t>
        <a:bodyPr/>
        <a:lstStyle/>
        <a:p>
          <a:endParaRPr lang="en-US"/>
        </a:p>
      </dgm:t>
    </dgm:pt>
    <dgm:pt modelId="{6FFBB4B2-AF1D-4F9B-A540-B2858393BE19}" type="sibTrans" cxnId="{C1CC606F-5567-4464-A53D-F19FF3E922E5}">
      <dgm:prSet/>
      <dgm:spPr/>
      <dgm:t>
        <a:bodyPr/>
        <a:lstStyle/>
        <a:p>
          <a:endParaRPr lang="en-US"/>
        </a:p>
      </dgm:t>
    </dgm:pt>
    <dgm:pt modelId="{BBC33FD3-DA99-4CCF-88F5-F1B4083B12F5}">
      <dgm:prSet/>
      <dgm:spPr/>
      <dgm:t>
        <a:bodyPr/>
        <a:lstStyle/>
        <a:p>
          <a:r>
            <a:rPr lang="en-US"/>
            <a:t>Solved with a short Python script</a:t>
          </a:r>
        </a:p>
      </dgm:t>
    </dgm:pt>
    <dgm:pt modelId="{4E48509F-B6A5-4922-888D-369163249A51}" type="parTrans" cxnId="{F36509B5-B3BD-4996-AD58-0FEEBAD057C0}">
      <dgm:prSet/>
      <dgm:spPr/>
      <dgm:t>
        <a:bodyPr/>
        <a:lstStyle/>
        <a:p>
          <a:endParaRPr lang="en-US"/>
        </a:p>
      </dgm:t>
    </dgm:pt>
    <dgm:pt modelId="{6D8E4003-847F-47B5-B8CA-FAE52CAA706C}" type="sibTrans" cxnId="{F36509B5-B3BD-4996-AD58-0FEEBAD057C0}">
      <dgm:prSet/>
      <dgm:spPr/>
      <dgm:t>
        <a:bodyPr/>
        <a:lstStyle/>
        <a:p>
          <a:endParaRPr lang="en-US"/>
        </a:p>
      </dgm:t>
    </dgm:pt>
    <dgm:pt modelId="{9FFA98AE-A750-4440-82FD-01518AAF78FA}">
      <dgm:prSet/>
      <dgm:spPr/>
      <dgm:t>
        <a:bodyPr/>
        <a:lstStyle/>
        <a:p>
          <a:r>
            <a:rPr lang="en-US" dirty="0"/>
            <a:t>Stalled out turning it into a tool</a:t>
          </a:r>
        </a:p>
      </dgm:t>
    </dgm:pt>
    <dgm:pt modelId="{72A34BBF-655E-4988-B359-BB6906CFDB10}" type="parTrans" cxnId="{166EBA75-887A-4441-83C8-557D58EFBC3F}">
      <dgm:prSet/>
      <dgm:spPr/>
      <dgm:t>
        <a:bodyPr/>
        <a:lstStyle/>
        <a:p>
          <a:endParaRPr lang="en-US"/>
        </a:p>
      </dgm:t>
    </dgm:pt>
    <dgm:pt modelId="{18025F52-3BDA-4617-9A31-230748744BF4}" type="sibTrans" cxnId="{166EBA75-887A-4441-83C8-557D58EFBC3F}">
      <dgm:prSet/>
      <dgm:spPr/>
      <dgm:t>
        <a:bodyPr/>
        <a:lstStyle/>
        <a:p>
          <a:endParaRPr lang="en-US"/>
        </a:p>
      </dgm:t>
    </dgm:pt>
    <dgm:pt modelId="{AC9EDD1C-B2C5-4438-8F3B-7A1BCE9005A6}">
      <dgm:prSet/>
      <dgm:spPr/>
      <dgm:t>
        <a:bodyPr/>
        <a:lstStyle/>
        <a:p>
          <a:pPr>
            <a:defRPr b="1"/>
          </a:pPr>
          <a:r>
            <a:rPr lang="en-US"/>
            <a:t>2022</a:t>
          </a:r>
        </a:p>
      </dgm:t>
    </dgm:pt>
    <dgm:pt modelId="{59699CE2-4E6C-4B46-9A0B-DD3F2BDF2E5E}" type="parTrans" cxnId="{D223C763-6246-46FF-98B5-51B8989C0917}">
      <dgm:prSet/>
      <dgm:spPr/>
      <dgm:t>
        <a:bodyPr/>
        <a:lstStyle/>
        <a:p>
          <a:endParaRPr lang="en-US"/>
        </a:p>
      </dgm:t>
    </dgm:pt>
    <dgm:pt modelId="{F1EF5C35-1783-4556-A072-4DBE76A39CC2}" type="sibTrans" cxnId="{D223C763-6246-46FF-98B5-51B8989C0917}">
      <dgm:prSet/>
      <dgm:spPr/>
      <dgm:t>
        <a:bodyPr/>
        <a:lstStyle/>
        <a:p>
          <a:endParaRPr lang="en-US"/>
        </a:p>
      </dgm:t>
    </dgm:pt>
    <dgm:pt modelId="{4E226A7E-67FF-45FB-927D-984C7B322365}">
      <dgm:prSet/>
      <dgm:spPr/>
      <dgm:t>
        <a:bodyPr/>
        <a:lstStyle/>
        <a:p>
          <a:r>
            <a:rPr lang="en-US" dirty="0"/>
            <a:t>NLM introduces proximity search in PubMed</a:t>
          </a:r>
        </a:p>
      </dgm:t>
    </dgm:pt>
    <dgm:pt modelId="{26FBEFB4-D668-4B72-BE2F-FF21DD1CA431}" type="parTrans" cxnId="{D26D00D1-115C-4BB5-BE2E-5135CFC7FD87}">
      <dgm:prSet/>
      <dgm:spPr/>
      <dgm:t>
        <a:bodyPr/>
        <a:lstStyle/>
        <a:p>
          <a:endParaRPr lang="en-US"/>
        </a:p>
      </dgm:t>
    </dgm:pt>
    <dgm:pt modelId="{8ACD0C31-8E4A-4B63-87A2-7F009F350B1A}" type="sibTrans" cxnId="{D26D00D1-115C-4BB5-BE2E-5135CFC7FD87}">
      <dgm:prSet/>
      <dgm:spPr/>
      <dgm:t>
        <a:bodyPr/>
        <a:lstStyle/>
        <a:p>
          <a:endParaRPr lang="en-US"/>
        </a:p>
      </dgm:t>
    </dgm:pt>
    <dgm:pt modelId="{A50E2F93-96D9-43B8-9510-EF1B96617A68}">
      <dgm:prSet/>
      <dgm:spPr/>
      <dgm:t>
        <a:bodyPr/>
        <a:lstStyle/>
        <a:p>
          <a:pPr>
            <a:defRPr b="1"/>
          </a:pPr>
          <a:r>
            <a:rPr lang="en-US"/>
            <a:t>2024</a:t>
          </a:r>
        </a:p>
      </dgm:t>
    </dgm:pt>
    <dgm:pt modelId="{EBBF17BF-2C85-425B-97F9-9F5FFA2B402D}" type="parTrans" cxnId="{51913A14-2815-45C9-A0D4-751FF1B82AD9}">
      <dgm:prSet/>
      <dgm:spPr/>
      <dgm:t>
        <a:bodyPr/>
        <a:lstStyle/>
        <a:p>
          <a:endParaRPr lang="en-US"/>
        </a:p>
      </dgm:t>
    </dgm:pt>
    <dgm:pt modelId="{397DCE11-7B87-496C-B8EF-6E73C0DD9A70}" type="sibTrans" cxnId="{51913A14-2815-45C9-A0D4-751FF1B82AD9}">
      <dgm:prSet/>
      <dgm:spPr/>
      <dgm:t>
        <a:bodyPr/>
        <a:lstStyle/>
        <a:p>
          <a:endParaRPr lang="en-US"/>
        </a:p>
      </dgm:t>
    </dgm:pt>
    <dgm:pt modelId="{E066C07E-1F32-4816-B1CA-80B34C643916}">
      <dgm:prSet/>
      <dgm:spPr/>
      <dgm:t>
        <a:bodyPr/>
        <a:lstStyle/>
        <a:p>
          <a:r>
            <a:rPr lang="en-US"/>
            <a:t>Started reusing 2018 code for proximity search string generation</a:t>
          </a:r>
        </a:p>
      </dgm:t>
    </dgm:pt>
    <dgm:pt modelId="{6B68349F-8F26-4FFB-97E6-08CC2C4293D6}" type="parTrans" cxnId="{F1B04700-7A9B-402F-AAF1-866F13E22EE2}">
      <dgm:prSet/>
      <dgm:spPr/>
      <dgm:t>
        <a:bodyPr/>
        <a:lstStyle/>
        <a:p>
          <a:endParaRPr lang="en-US"/>
        </a:p>
      </dgm:t>
    </dgm:pt>
    <dgm:pt modelId="{94147074-AE42-49AF-AF9A-420602C1E129}" type="sibTrans" cxnId="{F1B04700-7A9B-402F-AAF1-866F13E22EE2}">
      <dgm:prSet/>
      <dgm:spPr/>
      <dgm:t>
        <a:bodyPr/>
        <a:lstStyle/>
        <a:p>
          <a:endParaRPr lang="en-US"/>
        </a:p>
      </dgm:t>
    </dgm:pt>
    <dgm:pt modelId="{761E6A5F-819E-471C-A19F-582528B14E2F}">
      <dgm:prSet/>
      <dgm:spPr/>
      <dgm:t>
        <a:bodyPr/>
        <a:lstStyle/>
        <a:p>
          <a:r>
            <a:rPr lang="en-US"/>
            <a:t>Got serious about turning it into a tool</a:t>
          </a:r>
        </a:p>
      </dgm:t>
    </dgm:pt>
    <dgm:pt modelId="{E5FCDBFE-7C8F-4B92-853F-45A124C632FE}" type="parTrans" cxnId="{6BF1FA15-1FBE-4928-91CD-7B86A69E9FB9}">
      <dgm:prSet/>
      <dgm:spPr/>
      <dgm:t>
        <a:bodyPr/>
        <a:lstStyle/>
        <a:p>
          <a:endParaRPr lang="en-US"/>
        </a:p>
      </dgm:t>
    </dgm:pt>
    <dgm:pt modelId="{AC44F080-A34C-46A8-B9F6-8396F384EB05}" type="sibTrans" cxnId="{6BF1FA15-1FBE-4928-91CD-7B86A69E9FB9}">
      <dgm:prSet/>
      <dgm:spPr/>
      <dgm:t>
        <a:bodyPr/>
        <a:lstStyle/>
        <a:p>
          <a:endParaRPr lang="en-US"/>
        </a:p>
      </dgm:t>
    </dgm:pt>
    <dgm:pt modelId="{FCB34EE6-CDC3-DF4E-83F9-D00FA59C9D24}">
      <dgm:prSet/>
      <dgm:spPr/>
      <dgm:t>
        <a:bodyPr/>
        <a:lstStyle/>
        <a:p>
          <a:pPr>
            <a:defRPr b="1"/>
          </a:pPr>
          <a:r>
            <a:rPr lang="en-US" dirty="0"/>
            <a:t>2020</a:t>
          </a:r>
        </a:p>
      </dgm:t>
    </dgm:pt>
    <dgm:pt modelId="{7897CAC0-02C1-4C4E-B1FA-C5124887E320}" type="parTrans" cxnId="{6651A8CC-1DBF-C040-97CD-9E71786226A9}">
      <dgm:prSet/>
      <dgm:spPr/>
      <dgm:t>
        <a:bodyPr/>
        <a:lstStyle/>
        <a:p>
          <a:endParaRPr lang="en-US"/>
        </a:p>
      </dgm:t>
    </dgm:pt>
    <dgm:pt modelId="{D9885A2C-2114-4943-A308-E1F55D0DFA67}" type="sibTrans" cxnId="{6651A8CC-1DBF-C040-97CD-9E71786226A9}">
      <dgm:prSet/>
      <dgm:spPr/>
      <dgm:t>
        <a:bodyPr/>
        <a:lstStyle/>
        <a:p>
          <a:endParaRPr lang="en-US"/>
        </a:p>
      </dgm:t>
    </dgm:pt>
    <dgm:pt modelId="{CACC5B86-7277-6244-B38F-383D821CDA13}">
      <dgm:prSet/>
      <dgm:spPr/>
      <dgm:t>
        <a:bodyPr/>
        <a:lstStyle/>
        <a:p>
          <a:r>
            <a:rPr lang="en-US" dirty="0"/>
            <a:t>NLM launches the new PubMed</a:t>
          </a:r>
        </a:p>
      </dgm:t>
    </dgm:pt>
    <dgm:pt modelId="{6A3347ED-32BE-3E46-BFB1-E0B7EF2F73F8}" type="parTrans" cxnId="{D91BDFED-F558-EB48-9FBA-0F6DAD78E005}">
      <dgm:prSet/>
      <dgm:spPr/>
      <dgm:t>
        <a:bodyPr/>
        <a:lstStyle/>
        <a:p>
          <a:endParaRPr lang="en-US"/>
        </a:p>
      </dgm:t>
    </dgm:pt>
    <dgm:pt modelId="{9142DFA7-AFDF-CA42-B008-EB7F8AFD1D56}" type="sibTrans" cxnId="{D91BDFED-F558-EB48-9FBA-0F6DAD78E005}">
      <dgm:prSet/>
      <dgm:spPr/>
      <dgm:t>
        <a:bodyPr/>
        <a:lstStyle/>
        <a:p>
          <a:endParaRPr lang="en-US"/>
        </a:p>
      </dgm:t>
    </dgm:pt>
    <dgm:pt modelId="{3A8A1482-3EAA-FA41-935B-F52BF81B0630}" type="pres">
      <dgm:prSet presAssocID="{63B47EB1-42FD-4D8A-A1BD-8AA760FAECF4}" presName="root" presStyleCnt="0">
        <dgm:presLayoutVars>
          <dgm:chMax/>
          <dgm:chPref/>
          <dgm:animLvl val="lvl"/>
        </dgm:presLayoutVars>
      </dgm:prSet>
      <dgm:spPr/>
    </dgm:pt>
    <dgm:pt modelId="{5BC146B5-A116-6B4A-ABF5-5C0957CE4D6F}" type="pres">
      <dgm:prSet presAssocID="{63B47EB1-42FD-4D8A-A1BD-8AA760FAECF4}" presName="divider" presStyleLbl="fgAcc1" presStyleIdx="0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D47A79F5-F81E-8F42-B648-291EF8C9FA2C}" type="pres">
      <dgm:prSet presAssocID="{63B47EB1-42FD-4D8A-A1BD-8AA760FAECF4}" presName="nodes" presStyleCnt="0">
        <dgm:presLayoutVars>
          <dgm:chMax/>
          <dgm:chPref/>
          <dgm:animLvl val="lvl"/>
        </dgm:presLayoutVars>
      </dgm:prSet>
      <dgm:spPr/>
    </dgm:pt>
    <dgm:pt modelId="{D15D560B-E76D-2B42-BE4E-78889443E991}" type="pres">
      <dgm:prSet presAssocID="{19FCF2B7-9607-426B-BB38-1B9839058A53}" presName="composite" presStyleCnt="0"/>
      <dgm:spPr/>
    </dgm:pt>
    <dgm:pt modelId="{6BDF74D2-CC31-E54F-B223-2F1072E89F4E}" type="pres">
      <dgm:prSet presAssocID="{19FCF2B7-9607-426B-BB38-1B9839058A53}" presName="ConnectorPoint" presStyleLbl="lnNode1" presStyleIdx="0" presStyleCnt="4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DEBD3629-E0E8-3844-9EF3-23FFBB0C9730}" type="pres">
      <dgm:prSet presAssocID="{19FCF2B7-9607-426B-BB38-1B9839058A53}" presName="DropPinPlaceHolder" presStyleCnt="0"/>
      <dgm:spPr/>
    </dgm:pt>
    <dgm:pt modelId="{D8D4BBCB-9C59-C749-B85D-F881DC8B52A6}" type="pres">
      <dgm:prSet presAssocID="{19FCF2B7-9607-426B-BB38-1B9839058A53}" presName="DropPin" presStyleLbl="alignNode1" presStyleIdx="0" presStyleCnt="4"/>
      <dgm:spPr/>
    </dgm:pt>
    <dgm:pt modelId="{DED416FD-90A4-7245-A441-46EDD61EB6C3}" type="pres">
      <dgm:prSet presAssocID="{19FCF2B7-9607-426B-BB38-1B9839058A53}" presName="Ellipse" presStyleLbl="fgAcc1" presStyleIdx="1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gm:spPr>
    </dgm:pt>
    <dgm:pt modelId="{DB119C39-EDFC-D24F-8ADE-33F55B8D3167}" type="pres">
      <dgm:prSet presAssocID="{19FCF2B7-9607-426B-BB38-1B9839058A53}" presName="L2TextContainer" presStyleLbl="revTx" presStyleIdx="0" presStyleCnt="8">
        <dgm:presLayoutVars>
          <dgm:bulletEnabled val="1"/>
        </dgm:presLayoutVars>
      </dgm:prSet>
      <dgm:spPr/>
    </dgm:pt>
    <dgm:pt modelId="{11813713-467D-CD4A-9179-DFDC50C821C9}" type="pres">
      <dgm:prSet presAssocID="{19FCF2B7-9607-426B-BB38-1B9839058A53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EE32B3CA-D55E-C540-8FE0-9515140FEF1F}" type="pres">
      <dgm:prSet presAssocID="{19FCF2B7-9607-426B-BB38-1B9839058A53}" presName="ConnectLine" presStyleLbl="sibTrans1D1" presStyleIdx="0" presStyleCnt="4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947630AB-A317-FF4F-83B3-A1E486761A41}" type="pres">
      <dgm:prSet presAssocID="{19FCF2B7-9607-426B-BB38-1B9839058A53}" presName="EmptyPlaceHolder" presStyleCnt="0"/>
      <dgm:spPr/>
    </dgm:pt>
    <dgm:pt modelId="{A4EBA4DF-2DF0-844A-AC05-8FE401DDA7BD}" type="pres">
      <dgm:prSet presAssocID="{2C10F316-7F7D-499E-85CE-60BFE4912510}" presName="spaceBetweenRectangles" presStyleCnt="0"/>
      <dgm:spPr/>
    </dgm:pt>
    <dgm:pt modelId="{63957BA4-CDB6-884D-85EC-30BF5D94CEF2}" type="pres">
      <dgm:prSet presAssocID="{FCB34EE6-CDC3-DF4E-83F9-D00FA59C9D24}" presName="composite" presStyleCnt="0"/>
      <dgm:spPr/>
    </dgm:pt>
    <dgm:pt modelId="{15A53088-A548-6D48-9D51-DF030E095C4D}" type="pres">
      <dgm:prSet presAssocID="{FCB34EE6-CDC3-DF4E-83F9-D00FA59C9D24}" presName="ConnectorPoint" presStyleLbl="lnNode1" presStyleIdx="1" presStyleCnt="4"/>
      <dgm:spPr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2B117F32-5E27-3C42-859F-1E3F6DDB82F0}" type="pres">
      <dgm:prSet presAssocID="{FCB34EE6-CDC3-DF4E-83F9-D00FA59C9D24}" presName="DropPinPlaceHolder" presStyleCnt="0"/>
      <dgm:spPr/>
    </dgm:pt>
    <dgm:pt modelId="{44FCEEBB-9A71-5242-8033-8D8F2917932A}" type="pres">
      <dgm:prSet presAssocID="{FCB34EE6-CDC3-DF4E-83F9-D00FA59C9D24}" presName="DropPin" presStyleLbl="alignNode1" presStyleIdx="1" presStyleCnt="4"/>
      <dgm:spPr/>
    </dgm:pt>
    <dgm:pt modelId="{9CDB6362-9403-8642-B216-0EECD2F48F50}" type="pres">
      <dgm:prSet presAssocID="{FCB34EE6-CDC3-DF4E-83F9-D00FA59C9D24}" presName="Ellipse" presStyleLbl="fgAcc1" presStyleIdx="2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gm:spPr>
    </dgm:pt>
    <dgm:pt modelId="{659DAD26-773D-8548-A36E-F69F0B789321}" type="pres">
      <dgm:prSet presAssocID="{FCB34EE6-CDC3-DF4E-83F9-D00FA59C9D24}" presName="L2TextContainer" presStyleLbl="revTx" presStyleIdx="2" presStyleCnt="8">
        <dgm:presLayoutVars>
          <dgm:bulletEnabled val="1"/>
        </dgm:presLayoutVars>
      </dgm:prSet>
      <dgm:spPr/>
    </dgm:pt>
    <dgm:pt modelId="{65F4ED0F-CF08-8841-966B-52DC99CCA13F}" type="pres">
      <dgm:prSet presAssocID="{FCB34EE6-CDC3-DF4E-83F9-D00FA59C9D24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3A50B2B1-6B61-5648-B986-3A4E9C30D784}" type="pres">
      <dgm:prSet presAssocID="{FCB34EE6-CDC3-DF4E-83F9-D00FA59C9D24}" presName="ConnectLine" presStyleLbl="sibTrans1D1" presStyleIdx="1" presStyleCnt="4"/>
      <dgm:spPr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8349FF9A-3F83-054E-81D6-64624F856AD3}" type="pres">
      <dgm:prSet presAssocID="{FCB34EE6-CDC3-DF4E-83F9-D00FA59C9D24}" presName="EmptyPlaceHolder" presStyleCnt="0"/>
      <dgm:spPr/>
    </dgm:pt>
    <dgm:pt modelId="{40012F92-39E7-5045-A98A-1E60B1BC10FF}" type="pres">
      <dgm:prSet presAssocID="{D9885A2C-2114-4943-A308-E1F55D0DFA67}" presName="spaceBetweenRectangles" presStyleCnt="0"/>
      <dgm:spPr/>
    </dgm:pt>
    <dgm:pt modelId="{1CD20BB7-6882-9743-A2A0-395AAAF4A381}" type="pres">
      <dgm:prSet presAssocID="{AC9EDD1C-B2C5-4438-8F3B-7A1BCE9005A6}" presName="composite" presStyleCnt="0"/>
      <dgm:spPr/>
    </dgm:pt>
    <dgm:pt modelId="{950373A0-28D9-F04D-976B-C2172886B3B4}" type="pres">
      <dgm:prSet presAssocID="{AC9EDD1C-B2C5-4438-8F3B-7A1BCE9005A6}" presName="ConnectorPoint" presStyleLbl="lnNode1" presStyleIdx="2" presStyleCnt="4"/>
      <dgm:spPr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54825B7B-FCB6-F442-92A2-188E9718C21F}" type="pres">
      <dgm:prSet presAssocID="{AC9EDD1C-B2C5-4438-8F3B-7A1BCE9005A6}" presName="DropPinPlaceHolder" presStyleCnt="0"/>
      <dgm:spPr/>
    </dgm:pt>
    <dgm:pt modelId="{70254295-4B7C-7B49-82D2-72473C6303CF}" type="pres">
      <dgm:prSet presAssocID="{AC9EDD1C-B2C5-4438-8F3B-7A1BCE9005A6}" presName="DropPin" presStyleLbl="alignNode1" presStyleIdx="2" presStyleCnt="4"/>
      <dgm:spPr/>
    </dgm:pt>
    <dgm:pt modelId="{F10B4268-3799-EC4F-AD98-A076C58DE68A}" type="pres">
      <dgm:prSet presAssocID="{AC9EDD1C-B2C5-4438-8F3B-7A1BCE9005A6}" presName="Ellipse" presStyleLbl="fgAcc1" presStyleIdx="3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gm:spPr>
    </dgm:pt>
    <dgm:pt modelId="{ADCB7919-DF67-FB42-A532-056E496B9C9D}" type="pres">
      <dgm:prSet presAssocID="{AC9EDD1C-B2C5-4438-8F3B-7A1BCE9005A6}" presName="L2TextContainer" presStyleLbl="revTx" presStyleIdx="4" presStyleCnt="8">
        <dgm:presLayoutVars>
          <dgm:bulletEnabled val="1"/>
        </dgm:presLayoutVars>
      </dgm:prSet>
      <dgm:spPr/>
    </dgm:pt>
    <dgm:pt modelId="{27B1A21D-908D-3845-B9DD-5C33544D2532}" type="pres">
      <dgm:prSet presAssocID="{AC9EDD1C-B2C5-4438-8F3B-7A1BCE9005A6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0D26F762-9875-B847-89DF-A0C596C66E88}" type="pres">
      <dgm:prSet presAssocID="{AC9EDD1C-B2C5-4438-8F3B-7A1BCE9005A6}" presName="ConnectLine" presStyleLbl="sibTrans1D1" presStyleIdx="2" presStyleCnt="4"/>
      <dgm:spPr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21E26CFD-1ED3-6248-BC6A-AD9A879993E1}" type="pres">
      <dgm:prSet presAssocID="{AC9EDD1C-B2C5-4438-8F3B-7A1BCE9005A6}" presName="EmptyPlaceHolder" presStyleCnt="0"/>
      <dgm:spPr/>
    </dgm:pt>
    <dgm:pt modelId="{D3F0247B-612F-9D48-8FC1-311E12738B97}" type="pres">
      <dgm:prSet presAssocID="{F1EF5C35-1783-4556-A072-4DBE76A39CC2}" presName="spaceBetweenRectangles" presStyleCnt="0"/>
      <dgm:spPr/>
    </dgm:pt>
    <dgm:pt modelId="{8B568AFE-D6AE-BA44-A95F-CB785FF112DB}" type="pres">
      <dgm:prSet presAssocID="{A50E2F93-96D9-43B8-9510-EF1B96617A68}" presName="composite" presStyleCnt="0"/>
      <dgm:spPr/>
    </dgm:pt>
    <dgm:pt modelId="{DE1371CB-A92E-E94B-807E-169800119DBA}" type="pres">
      <dgm:prSet presAssocID="{A50E2F93-96D9-43B8-9510-EF1B96617A68}" presName="ConnectorPoint" presStyleLbl="lnNode1" presStyleIdx="3" presStyleCnt="4"/>
      <dgm:spPr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0DA831F8-B9D1-4644-85DD-0C17194DC12E}" type="pres">
      <dgm:prSet presAssocID="{A50E2F93-96D9-43B8-9510-EF1B96617A68}" presName="DropPinPlaceHolder" presStyleCnt="0"/>
      <dgm:spPr/>
    </dgm:pt>
    <dgm:pt modelId="{0B735D59-8931-B347-86E6-0BCCC16D43DA}" type="pres">
      <dgm:prSet presAssocID="{A50E2F93-96D9-43B8-9510-EF1B96617A68}" presName="DropPin" presStyleLbl="alignNode1" presStyleIdx="3" presStyleCnt="4"/>
      <dgm:spPr/>
    </dgm:pt>
    <dgm:pt modelId="{0C60E3DC-78E8-BF41-BB8B-6162DBB2E771}" type="pres">
      <dgm:prSet presAssocID="{A50E2F93-96D9-43B8-9510-EF1B96617A68}" presName="Ellipse" presStyleLbl="fgAcc1" presStyleIdx="4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gm:spPr>
    </dgm:pt>
    <dgm:pt modelId="{0D411D0E-BA28-0E40-B6F3-AB6D78B0F716}" type="pres">
      <dgm:prSet presAssocID="{A50E2F93-96D9-43B8-9510-EF1B96617A68}" presName="L2TextContainer" presStyleLbl="revTx" presStyleIdx="6" presStyleCnt="8">
        <dgm:presLayoutVars>
          <dgm:bulletEnabled val="1"/>
        </dgm:presLayoutVars>
      </dgm:prSet>
      <dgm:spPr/>
    </dgm:pt>
    <dgm:pt modelId="{0317005B-C34C-D243-A058-5130E4A3928D}" type="pres">
      <dgm:prSet presAssocID="{A50E2F93-96D9-43B8-9510-EF1B96617A68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85B234D5-992E-CE46-AA9B-50F239BBF56D}" type="pres">
      <dgm:prSet presAssocID="{A50E2F93-96D9-43B8-9510-EF1B96617A68}" presName="ConnectLine" presStyleLbl="sibTrans1D1" presStyleIdx="3" presStyleCnt="4"/>
      <dgm:spPr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740A74C5-0D91-9142-A835-1CE59D0B4A1A}" type="pres">
      <dgm:prSet presAssocID="{A50E2F93-96D9-43B8-9510-EF1B96617A68}" presName="EmptyPlaceHolder" presStyleCnt="0"/>
      <dgm:spPr/>
    </dgm:pt>
  </dgm:ptLst>
  <dgm:cxnLst>
    <dgm:cxn modelId="{F1B04700-7A9B-402F-AAF1-866F13E22EE2}" srcId="{A50E2F93-96D9-43B8-9510-EF1B96617A68}" destId="{E066C07E-1F32-4816-B1CA-80B34C643916}" srcOrd="0" destOrd="0" parTransId="{6B68349F-8F26-4FFB-97E6-08CC2C4293D6}" sibTransId="{94147074-AE42-49AF-AF9A-420602C1E129}"/>
    <dgm:cxn modelId="{04E5A90A-3E8A-C044-87AF-E1166B4046C5}" type="presOf" srcId="{FCB34EE6-CDC3-DF4E-83F9-D00FA59C9D24}" destId="{65F4ED0F-CF08-8841-966B-52DC99CCA13F}" srcOrd="0" destOrd="0" presId="urn:microsoft.com/office/officeart/2017/3/layout/DropPinTimeline"/>
    <dgm:cxn modelId="{1E66230F-65E4-5F44-982A-F38627A91149}" type="presOf" srcId="{CACC5B86-7277-6244-B38F-383D821CDA13}" destId="{659DAD26-773D-8548-A36E-F69F0B789321}" srcOrd="0" destOrd="0" presId="urn:microsoft.com/office/officeart/2017/3/layout/DropPinTimeline"/>
    <dgm:cxn modelId="{51913A14-2815-45C9-A0D4-751FF1B82AD9}" srcId="{63B47EB1-42FD-4D8A-A1BD-8AA760FAECF4}" destId="{A50E2F93-96D9-43B8-9510-EF1B96617A68}" srcOrd="3" destOrd="0" parTransId="{EBBF17BF-2C85-425B-97F9-9F5FFA2B402D}" sibTransId="{397DCE11-7B87-496C-B8EF-6E73C0DD9A70}"/>
    <dgm:cxn modelId="{6BF1FA15-1FBE-4928-91CD-7B86A69E9FB9}" srcId="{A50E2F93-96D9-43B8-9510-EF1B96617A68}" destId="{761E6A5F-819E-471C-A19F-582528B14E2F}" srcOrd="1" destOrd="0" parTransId="{E5FCDBFE-7C8F-4B92-853F-45A124C632FE}" sibTransId="{AC44F080-A34C-46A8-B9F6-8396F384EB05}"/>
    <dgm:cxn modelId="{F4FE4928-6FF5-F346-AF1B-A14A68334974}" type="presOf" srcId="{19FCF2B7-9607-426B-BB38-1B9839058A53}" destId="{11813713-467D-CD4A-9179-DFDC50C821C9}" srcOrd="0" destOrd="0" presId="urn:microsoft.com/office/officeart/2017/3/layout/DropPinTimeline"/>
    <dgm:cxn modelId="{929A383F-5B8C-49C7-AB2A-7CCD856AC118}" srcId="{63B47EB1-42FD-4D8A-A1BD-8AA760FAECF4}" destId="{19FCF2B7-9607-426B-BB38-1B9839058A53}" srcOrd="0" destOrd="0" parTransId="{7C2CBE2F-C2EF-4300-95AD-3DF644203919}" sibTransId="{2C10F316-7F7D-499E-85CE-60BFE4912510}"/>
    <dgm:cxn modelId="{A045F940-5864-CA48-B967-67C893163009}" type="presOf" srcId="{761E6A5F-819E-471C-A19F-582528B14E2F}" destId="{0D411D0E-BA28-0E40-B6F3-AB6D78B0F716}" srcOrd="0" destOrd="1" presId="urn:microsoft.com/office/officeart/2017/3/layout/DropPinTimeline"/>
    <dgm:cxn modelId="{A705F85A-FDCC-2D4E-AF28-DA449A5AB166}" type="presOf" srcId="{9FFA98AE-A750-4440-82FD-01518AAF78FA}" destId="{DB119C39-EDFC-D24F-8ADE-33F55B8D3167}" srcOrd="0" destOrd="2" presId="urn:microsoft.com/office/officeart/2017/3/layout/DropPinTimeline"/>
    <dgm:cxn modelId="{DAD20461-27AE-134F-83E7-15F0CD8F586B}" type="presOf" srcId="{63B47EB1-42FD-4D8A-A1BD-8AA760FAECF4}" destId="{3A8A1482-3EAA-FA41-935B-F52BF81B0630}" srcOrd="0" destOrd="0" presId="urn:microsoft.com/office/officeart/2017/3/layout/DropPinTimeline"/>
    <dgm:cxn modelId="{D223C763-6246-46FF-98B5-51B8989C0917}" srcId="{63B47EB1-42FD-4D8A-A1BD-8AA760FAECF4}" destId="{AC9EDD1C-B2C5-4438-8F3B-7A1BCE9005A6}" srcOrd="2" destOrd="0" parTransId="{59699CE2-4E6C-4B46-9A0B-DD3F2BDF2E5E}" sibTransId="{F1EF5C35-1783-4556-A072-4DBE76A39CC2}"/>
    <dgm:cxn modelId="{328F2667-3A92-374A-918D-021C49351730}" type="presOf" srcId="{A50E2F93-96D9-43B8-9510-EF1B96617A68}" destId="{0317005B-C34C-D243-A058-5130E4A3928D}" srcOrd="0" destOrd="0" presId="urn:microsoft.com/office/officeart/2017/3/layout/DropPinTimeline"/>
    <dgm:cxn modelId="{378DCD6E-C416-8943-A622-0A17FEBBB19E}" type="presOf" srcId="{4A171FC1-6F35-47B4-B9E6-E29FBEE193B7}" destId="{DB119C39-EDFC-D24F-8ADE-33F55B8D3167}" srcOrd="0" destOrd="0" presId="urn:microsoft.com/office/officeart/2017/3/layout/DropPinTimeline"/>
    <dgm:cxn modelId="{C1CC606F-5567-4464-A53D-F19FF3E922E5}" srcId="{19FCF2B7-9607-426B-BB38-1B9839058A53}" destId="{4A171FC1-6F35-47B4-B9E6-E29FBEE193B7}" srcOrd="0" destOrd="0" parTransId="{D1B6F535-A3BB-4D4F-92F9-9C3D85B295F8}" sibTransId="{6FFBB4B2-AF1D-4F9B-A540-B2858393BE19}"/>
    <dgm:cxn modelId="{166EBA75-887A-4441-83C8-557D58EFBC3F}" srcId="{19FCF2B7-9607-426B-BB38-1B9839058A53}" destId="{9FFA98AE-A750-4440-82FD-01518AAF78FA}" srcOrd="2" destOrd="0" parTransId="{72A34BBF-655E-4988-B359-BB6906CFDB10}" sibTransId="{18025F52-3BDA-4617-9A31-230748744BF4}"/>
    <dgm:cxn modelId="{61F2D87A-E54E-254F-AEE4-33D956602CFC}" type="presOf" srcId="{AC9EDD1C-B2C5-4438-8F3B-7A1BCE9005A6}" destId="{27B1A21D-908D-3845-B9DD-5C33544D2532}" srcOrd="0" destOrd="0" presId="urn:microsoft.com/office/officeart/2017/3/layout/DropPinTimeline"/>
    <dgm:cxn modelId="{CCF435AD-E6A5-B24D-9BA7-05E52E03BFAD}" type="presOf" srcId="{4E226A7E-67FF-45FB-927D-984C7B322365}" destId="{ADCB7919-DF67-FB42-A532-056E496B9C9D}" srcOrd="0" destOrd="0" presId="urn:microsoft.com/office/officeart/2017/3/layout/DropPinTimeline"/>
    <dgm:cxn modelId="{F36509B5-B3BD-4996-AD58-0FEEBAD057C0}" srcId="{19FCF2B7-9607-426B-BB38-1B9839058A53}" destId="{BBC33FD3-DA99-4CCF-88F5-F1B4083B12F5}" srcOrd="1" destOrd="0" parTransId="{4E48509F-B6A5-4922-888D-369163249A51}" sibTransId="{6D8E4003-847F-47B5-B8CA-FAE52CAA706C}"/>
    <dgm:cxn modelId="{59ECDABE-CB9B-6146-A5AB-2EF526107357}" type="presOf" srcId="{BBC33FD3-DA99-4CCF-88F5-F1B4083B12F5}" destId="{DB119C39-EDFC-D24F-8ADE-33F55B8D3167}" srcOrd="0" destOrd="1" presId="urn:microsoft.com/office/officeart/2017/3/layout/DropPinTimeline"/>
    <dgm:cxn modelId="{AE76E6C6-BCA6-3841-B8FD-5B44A8BFCFB3}" type="presOf" srcId="{E066C07E-1F32-4816-B1CA-80B34C643916}" destId="{0D411D0E-BA28-0E40-B6F3-AB6D78B0F716}" srcOrd="0" destOrd="0" presId="urn:microsoft.com/office/officeart/2017/3/layout/DropPinTimeline"/>
    <dgm:cxn modelId="{6651A8CC-1DBF-C040-97CD-9E71786226A9}" srcId="{63B47EB1-42FD-4D8A-A1BD-8AA760FAECF4}" destId="{FCB34EE6-CDC3-DF4E-83F9-D00FA59C9D24}" srcOrd="1" destOrd="0" parTransId="{7897CAC0-02C1-4C4E-B1FA-C5124887E320}" sibTransId="{D9885A2C-2114-4943-A308-E1F55D0DFA67}"/>
    <dgm:cxn modelId="{D26D00D1-115C-4BB5-BE2E-5135CFC7FD87}" srcId="{AC9EDD1C-B2C5-4438-8F3B-7A1BCE9005A6}" destId="{4E226A7E-67FF-45FB-927D-984C7B322365}" srcOrd="0" destOrd="0" parTransId="{26FBEFB4-D668-4B72-BE2F-FF21DD1CA431}" sibTransId="{8ACD0C31-8E4A-4B63-87A2-7F009F350B1A}"/>
    <dgm:cxn modelId="{D91BDFED-F558-EB48-9FBA-0F6DAD78E005}" srcId="{FCB34EE6-CDC3-DF4E-83F9-D00FA59C9D24}" destId="{CACC5B86-7277-6244-B38F-383D821CDA13}" srcOrd="0" destOrd="0" parTransId="{6A3347ED-32BE-3E46-BFB1-E0B7EF2F73F8}" sibTransId="{9142DFA7-AFDF-CA42-B008-EB7F8AFD1D56}"/>
    <dgm:cxn modelId="{E1D1AEAB-6ECB-A141-B7D7-852CAB18401F}" type="presParOf" srcId="{3A8A1482-3EAA-FA41-935B-F52BF81B0630}" destId="{5BC146B5-A116-6B4A-ABF5-5C0957CE4D6F}" srcOrd="0" destOrd="0" presId="urn:microsoft.com/office/officeart/2017/3/layout/DropPinTimeline"/>
    <dgm:cxn modelId="{33C0716E-094E-FE4E-AE8B-FE7A9CB65401}" type="presParOf" srcId="{3A8A1482-3EAA-FA41-935B-F52BF81B0630}" destId="{D47A79F5-F81E-8F42-B648-291EF8C9FA2C}" srcOrd="1" destOrd="0" presId="urn:microsoft.com/office/officeart/2017/3/layout/DropPinTimeline"/>
    <dgm:cxn modelId="{2D82CBE7-7640-F342-B0D0-FD994FD21CDE}" type="presParOf" srcId="{D47A79F5-F81E-8F42-B648-291EF8C9FA2C}" destId="{D15D560B-E76D-2B42-BE4E-78889443E991}" srcOrd="0" destOrd="0" presId="urn:microsoft.com/office/officeart/2017/3/layout/DropPinTimeline"/>
    <dgm:cxn modelId="{76FC1B7F-AD4C-AB4E-8F47-D4EA53907798}" type="presParOf" srcId="{D15D560B-E76D-2B42-BE4E-78889443E991}" destId="{6BDF74D2-CC31-E54F-B223-2F1072E89F4E}" srcOrd="0" destOrd="0" presId="urn:microsoft.com/office/officeart/2017/3/layout/DropPinTimeline"/>
    <dgm:cxn modelId="{E77D4900-8A57-C340-9367-35ED1932E697}" type="presParOf" srcId="{D15D560B-E76D-2B42-BE4E-78889443E991}" destId="{DEBD3629-E0E8-3844-9EF3-23FFBB0C9730}" srcOrd="1" destOrd="0" presId="urn:microsoft.com/office/officeart/2017/3/layout/DropPinTimeline"/>
    <dgm:cxn modelId="{DC74E62D-B70C-5B40-8E1A-D15C4642AF84}" type="presParOf" srcId="{DEBD3629-E0E8-3844-9EF3-23FFBB0C9730}" destId="{D8D4BBCB-9C59-C749-B85D-F881DC8B52A6}" srcOrd="0" destOrd="0" presId="urn:microsoft.com/office/officeart/2017/3/layout/DropPinTimeline"/>
    <dgm:cxn modelId="{8DB4945B-CC44-EC4D-A3B6-FB189845B015}" type="presParOf" srcId="{DEBD3629-E0E8-3844-9EF3-23FFBB0C9730}" destId="{DED416FD-90A4-7245-A441-46EDD61EB6C3}" srcOrd="1" destOrd="0" presId="urn:microsoft.com/office/officeart/2017/3/layout/DropPinTimeline"/>
    <dgm:cxn modelId="{91020EA7-50CE-6347-8BFA-2079BF423362}" type="presParOf" srcId="{D15D560B-E76D-2B42-BE4E-78889443E991}" destId="{DB119C39-EDFC-D24F-8ADE-33F55B8D3167}" srcOrd="2" destOrd="0" presId="urn:microsoft.com/office/officeart/2017/3/layout/DropPinTimeline"/>
    <dgm:cxn modelId="{3D695C21-1D80-BA4F-9FC6-FB4DA98CEF84}" type="presParOf" srcId="{D15D560B-E76D-2B42-BE4E-78889443E991}" destId="{11813713-467D-CD4A-9179-DFDC50C821C9}" srcOrd="3" destOrd="0" presId="urn:microsoft.com/office/officeart/2017/3/layout/DropPinTimeline"/>
    <dgm:cxn modelId="{D646F348-078F-A547-BE21-647FDCF6A99F}" type="presParOf" srcId="{D15D560B-E76D-2B42-BE4E-78889443E991}" destId="{EE32B3CA-D55E-C540-8FE0-9515140FEF1F}" srcOrd="4" destOrd="0" presId="urn:microsoft.com/office/officeart/2017/3/layout/DropPinTimeline"/>
    <dgm:cxn modelId="{F8CD8537-0E3A-DB40-B5D9-A336CB0BD9CB}" type="presParOf" srcId="{D15D560B-E76D-2B42-BE4E-78889443E991}" destId="{947630AB-A317-FF4F-83B3-A1E486761A41}" srcOrd="5" destOrd="0" presId="urn:microsoft.com/office/officeart/2017/3/layout/DropPinTimeline"/>
    <dgm:cxn modelId="{80A0E94E-7531-CF4B-AB6C-981FF12AA53A}" type="presParOf" srcId="{D47A79F5-F81E-8F42-B648-291EF8C9FA2C}" destId="{A4EBA4DF-2DF0-844A-AC05-8FE401DDA7BD}" srcOrd="1" destOrd="0" presId="urn:microsoft.com/office/officeart/2017/3/layout/DropPinTimeline"/>
    <dgm:cxn modelId="{A3A8DC1A-2F66-5548-9AA9-EA2FE72D7447}" type="presParOf" srcId="{D47A79F5-F81E-8F42-B648-291EF8C9FA2C}" destId="{63957BA4-CDB6-884D-85EC-30BF5D94CEF2}" srcOrd="2" destOrd="0" presId="urn:microsoft.com/office/officeart/2017/3/layout/DropPinTimeline"/>
    <dgm:cxn modelId="{7ED43297-7361-874C-A3D3-0C4038AC65E9}" type="presParOf" srcId="{63957BA4-CDB6-884D-85EC-30BF5D94CEF2}" destId="{15A53088-A548-6D48-9D51-DF030E095C4D}" srcOrd="0" destOrd="0" presId="urn:microsoft.com/office/officeart/2017/3/layout/DropPinTimeline"/>
    <dgm:cxn modelId="{3C6047A7-5B4C-0840-A3D6-035E831AC77A}" type="presParOf" srcId="{63957BA4-CDB6-884D-85EC-30BF5D94CEF2}" destId="{2B117F32-5E27-3C42-859F-1E3F6DDB82F0}" srcOrd="1" destOrd="0" presId="urn:microsoft.com/office/officeart/2017/3/layout/DropPinTimeline"/>
    <dgm:cxn modelId="{F1499770-9761-AF41-9EC8-7019C877CDF3}" type="presParOf" srcId="{2B117F32-5E27-3C42-859F-1E3F6DDB82F0}" destId="{44FCEEBB-9A71-5242-8033-8D8F2917932A}" srcOrd="0" destOrd="0" presId="urn:microsoft.com/office/officeart/2017/3/layout/DropPinTimeline"/>
    <dgm:cxn modelId="{76C68234-A65E-054C-B9A8-851A0C026B7C}" type="presParOf" srcId="{2B117F32-5E27-3C42-859F-1E3F6DDB82F0}" destId="{9CDB6362-9403-8642-B216-0EECD2F48F50}" srcOrd="1" destOrd="0" presId="urn:microsoft.com/office/officeart/2017/3/layout/DropPinTimeline"/>
    <dgm:cxn modelId="{8368F792-78A1-7A41-A267-BA6BB75DF8AF}" type="presParOf" srcId="{63957BA4-CDB6-884D-85EC-30BF5D94CEF2}" destId="{659DAD26-773D-8548-A36E-F69F0B789321}" srcOrd="2" destOrd="0" presId="urn:microsoft.com/office/officeart/2017/3/layout/DropPinTimeline"/>
    <dgm:cxn modelId="{DB3A6DC0-D682-7E42-BF37-5E47A3ACE063}" type="presParOf" srcId="{63957BA4-CDB6-884D-85EC-30BF5D94CEF2}" destId="{65F4ED0F-CF08-8841-966B-52DC99CCA13F}" srcOrd="3" destOrd="0" presId="urn:microsoft.com/office/officeart/2017/3/layout/DropPinTimeline"/>
    <dgm:cxn modelId="{FEEE5DD5-B270-F944-BB2D-70F942B44D16}" type="presParOf" srcId="{63957BA4-CDB6-884D-85EC-30BF5D94CEF2}" destId="{3A50B2B1-6B61-5648-B986-3A4E9C30D784}" srcOrd="4" destOrd="0" presId="urn:microsoft.com/office/officeart/2017/3/layout/DropPinTimeline"/>
    <dgm:cxn modelId="{2575E778-4470-0C4E-9069-50D80C965A15}" type="presParOf" srcId="{63957BA4-CDB6-884D-85EC-30BF5D94CEF2}" destId="{8349FF9A-3F83-054E-81D6-64624F856AD3}" srcOrd="5" destOrd="0" presId="urn:microsoft.com/office/officeart/2017/3/layout/DropPinTimeline"/>
    <dgm:cxn modelId="{F22CF1F8-33D3-1247-A324-19964E0D073A}" type="presParOf" srcId="{D47A79F5-F81E-8F42-B648-291EF8C9FA2C}" destId="{40012F92-39E7-5045-A98A-1E60B1BC10FF}" srcOrd="3" destOrd="0" presId="urn:microsoft.com/office/officeart/2017/3/layout/DropPinTimeline"/>
    <dgm:cxn modelId="{B883BC2E-DA87-6A43-A25A-9609C5D83D0A}" type="presParOf" srcId="{D47A79F5-F81E-8F42-B648-291EF8C9FA2C}" destId="{1CD20BB7-6882-9743-A2A0-395AAAF4A381}" srcOrd="4" destOrd="0" presId="urn:microsoft.com/office/officeart/2017/3/layout/DropPinTimeline"/>
    <dgm:cxn modelId="{FAC5CD88-F2D1-4447-A4EB-5E263B564A58}" type="presParOf" srcId="{1CD20BB7-6882-9743-A2A0-395AAAF4A381}" destId="{950373A0-28D9-F04D-976B-C2172886B3B4}" srcOrd="0" destOrd="0" presId="urn:microsoft.com/office/officeart/2017/3/layout/DropPinTimeline"/>
    <dgm:cxn modelId="{7E06A8AA-F4B4-2F44-AF3C-16CEEF0EF7FE}" type="presParOf" srcId="{1CD20BB7-6882-9743-A2A0-395AAAF4A381}" destId="{54825B7B-FCB6-F442-92A2-188E9718C21F}" srcOrd="1" destOrd="0" presId="urn:microsoft.com/office/officeart/2017/3/layout/DropPinTimeline"/>
    <dgm:cxn modelId="{71C077A3-5177-424A-BB30-62288D120B73}" type="presParOf" srcId="{54825B7B-FCB6-F442-92A2-188E9718C21F}" destId="{70254295-4B7C-7B49-82D2-72473C6303CF}" srcOrd="0" destOrd="0" presId="urn:microsoft.com/office/officeart/2017/3/layout/DropPinTimeline"/>
    <dgm:cxn modelId="{146C351B-A58C-474C-B430-C857860214AC}" type="presParOf" srcId="{54825B7B-FCB6-F442-92A2-188E9718C21F}" destId="{F10B4268-3799-EC4F-AD98-A076C58DE68A}" srcOrd="1" destOrd="0" presId="urn:microsoft.com/office/officeart/2017/3/layout/DropPinTimeline"/>
    <dgm:cxn modelId="{E41E57F0-1E5C-7042-8A92-475BB6339CC6}" type="presParOf" srcId="{1CD20BB7-6882-9743-A2A0-395AAAF4A381}" destId="{ADCB7919-DF67-FB42-A532-056E496B9C9D}" srcOrd="2" destOrd="0" presId="urn:microsoft.com/office/officeart/2017/3/layout/DropPinTimeline"/>
    <dgm:cxn modelId="{3120D2AF-387F-2848-AB80-68BD787CD90C}" type="presParOf" srcId="{1CD20BB7-6882-9743-A2A0-395AAAF4A381}" destId="{27B1A21D-908D-3845-B9DD-5C33544D2532}" srcOrd="3" destOrd="0" presId="urn:microsoft.com/office/officeart/2017/3/layout/DropPinTimeline"/>
    <dgm:cxn modelId="{79D94FE9-4F4D-FB4A-9C11-BAAC5E2F67A2}" type="presParOf" srcId="{1CD20BB7-6882-9743-A2A0-395AAAF4A381}" destId="{0D26F762-9875-B847-89DF-A0C596C66E88}" srcOrd="4" destOrd="0" presId="urn:microsoft.com/office/officeart/2017/3/layout/DropPinTimeline"/>
    <dgm:cxn modelId="{74ECEDAD-D1E2-BE47-827C-6025554BF3E8}" type="presParOf" srcId="{1CD20BB7-6882-9743-A2A0-395AAAF4A381}" destId="{21E26CFD-1ED3-6248-BC6A-AD9A879993E1}" srcOrd="5" destOrd="0" presId="urn:microsoft.com/office/officeart/2017/3/layout/DropPinTimeline"/>
    <dgm:cxn modelId="{4E943948-77A3-4E48-BE22-DE4BD03C17D6}" type="presParOf" srcId="{D47A79F5-F81E-8F42-B648-291EF8C9FA2C}" destId="{D3F0247B-612F-9D48-8FC1-311E12738B97}" srcOrd="5" destOrd="0" presId="urn:microsoft.com/office/officeart/2017/3/layout/DropPinTimeline"/>
    <dgm:cxn modelId="{8B137AEF-7BC1-6F4F-A8C0-14B4C111801E}" type="presParOf" srcId="{D47A79F5-F81E-8F42-B648-291EF8C9FA2C}" destId="{8B568AFE-D6AE-BA44-A95F-CB785FF112DB}" srcOrd="6" destOrd="0" presId="urn:microsoft.com/office/officeart/2017/3/layout/DropPinTimeline"/>
    <dgm:cxn modelId="{C80132CE-F6BA-0E4F-80E8-2D0E507F4C64}" type="presParOf" srcId="{8B568AFE-D6AE-BA44-A95F-CB785FF112DB}" destId="{DE1371CB-A92E-E94B-807E-169800119DBA}" srcOrd="0" destOrd="0" presId="urn:microsoft.com/office/officeart/2017/3/layout/DropPinTimeline"/>
    <dgm:cxn modelId="{092DEEC9-8F2F-C84E-828A-E33FBE2A7A1C}" type="presParOf" srcId="{8B568AFE-D6AE-BA44-A95F-CB785FF112DB}" destId="{0DA831F8-B9D1-4644-85DD-0C17194DC12E}" srcOrd="1" destOrd="0" presId="urn:microsoft.com/office/officeart/2017/3/layout/DropPinTimeline"/>
    <dgm:cxn modelId="{9EC00F0B-ED40-504E-A51E-FA47F28E7AD8}" type="presParOf" srcId="{0DA831F8-B9D1-4644-85DD-0C17194DC12E}" destId="{0B735D59-8931-B347-86E6-0BCCC16D43DA}" srcOrd="0" destOrd="0" presId="urn:microsoft.com/office/officeart/2017/3/layout/DropPinTimeline"/>
    <dgm:cxn modelId="{20D58AC4-96B5-FF44-BE75-EDEFF083DF86}" type="presParOf" srcId="{0DA831F8-B9D1-4644-85DD-0C17194DC12E}" destId="{0C60E3DC-78E8-BF41-BB8B-6162DBB2E771}" srcOrd="1" destOrd="0" presId="urn:microsoft.com/office/officeart/2017/3/layout/DropPinTimeline"/>
    <dgm:cxn modelId="{6F011AC4-7044-3B46-AFA5-961343839815}" type="presParOf" srcId="{8B568AFE-D6AE-BA44-A95F-CB785FF112DB}" destId="{0D411D0E-BA28-0E40-B6F3-AB6D78B0F716}" srcOrd="2" destOrd="0" presId="urn:microsoft.com/office/officeart/2017/3/layout/DropPinTimeline"/>
    <dgm:cxn modelId="{475AEC1F-8329-9D45-A479-193A68408446}" type="presParOf" srcId="{8B568AFE-D6AE-BA44-A95F-CB785FF112DB}" destId="{0317005B-C34C-D243-A058-5130E4A3928D}" srcOrd="3" destOrd="0" presId="urn:microsoft.com/office/officeart/2017/3/layout/DropPinTimeline"/>
    <dgm:cxn modelId="{46064BB3-FB0E-9C41-A923-FA60481934D6}" type="presParOf" srcId="{8B568AFE-D6AE-BA44-A95F-CB785FF112DB}" destId="{85B234D5-992E-CE46-AA9B-50F239BBF56D}" srcOrd="4" destOrd="0" presId="urn:microsoft.com/office/officeart/2017/3/layout/DropPinTimeline"/>
    <dgm:cxn modelId="{04A5F514-D543-1542-87B4-438826EF7516}" type="presParOf" srcId="{8B568AFE-D6AE-BA44-A95F-CB785FF112DB}" destId="{740A74C5-0D91-9142-A835-1CE59D0B4A1A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5B1967-6DCD-46E4-BB56-E93FD1D2AAC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9CB4C8C-760B-4372-A592-909876002A75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Eliminates tedious manual typing of variations and combinations</a:t>
          </a:r>
        </a:p>
      </dgm:t>
      <dgm:extLst>
        <a:ext uri="{E40237B7-FDA0-4F09-8148-C483321AD2D9}">
          <dgm14:cNvPr xmlns:dgm14="http://schemas.microsoft.com/office/drawing/2010/diagram" id="0" name="" descr="Eliminates tedious manual typing of term combinations&#13;&#10;Prevents search syntax errors&#13;&#10;Facilitates creation of complex search strategies&#13;&#10;Makes proximity searching more accessible for searchers who only have PubMed access&#13;&#10;"/>
        </a:ext>
      </dgm:extLst>
    </dgm:pt>
    <dgm:pt modelId="{C932B87E-947C-4991-9AD0-40707A34481A}" type="parTrans" cxnId="{C37FC6A7-A95C-4F8C-B84D-55C2C433667F}">
      <dgm:prSet/>
      <dgm:spPr/>
      <dgm:t>
        <a:bodyPr/>
        <a:lstStyle/>
        <a:p>
          <a:endParaRPr lang="en-US"/>
        </a:p>
      </dgm:t>
    </dgm:pt>
    <dgm:pt modelId="{0CD8FDF6-C4E4-499E-8196-BA1811FBEB6B}" type="sibTrans" cxnId="{C37FC6A7-A95C-4F8C-B84D-55C2C433667F}">
      <dgm:prSet/>
      <dgm:spPr/>
      <dgm:t>
        <a:bodyPr/>
        <a:lstStyle/>
        <a:p>
          <a:endParaRPr lang="en-US"/>
        </a:p>
      </dgm:t>
    </dgm:pt>
    <dgm:pt modelId="{55212904-A54E-465F-BDB9-B2BD84BAACFE}">
      <dgm:prSet/>
      <dgm:spPr/>
      <dgm:t>
        <a:bodyPr/>
        <a:lstStyle/>
        <a:p>
          <a:r>
            <a:rPr lang="en-US" dirty="0">
              <a:solidFill>
                <a:schemeClr val="tx2"/>
              </a:solidFill>
            </a:rPr>
            <a:t>Prevents syntax errors</a:t>
          </a:r>
        </a:p>
      </dgm:t>
      <dgm:extLst>
        <a:ext uri="{E40237B7-FDA0-4F09-8148-C483321AD2D9}">
          <dgm14:cNvPr xmlns:dgm14="http://schemas.microsoft.com/office/drawing/2010/diagram" id="0" name="" descr="Eliminates tedious manual typing of term combinations&#13;&#10;Prevents search syntax errors&#13;&#10;Facilitates creation of complex search strategies&#13;&#10;Makes proximity searching more accessible for searchers who only have PubMed access&#13;&#10;"/>
        </a:ext>
      </dgm:extLst>
    </dgm:pt>
    <dgm:pt modelId="{54FB6DF3-4092-4EB7-AEF2-AF50672C78DE}" type="parTrans" cxnId="{52A8A9A0-2CB7-4BAE-AFDB-35D5F84B58D3}">
      <dgm:prSet/>
      <dgm:spPr/>
      <dgm:t>
        <a:bodyPr/>
        <a:lstStyle/>
        <a:p>
          <a:endParaRPr lang="en-US"/>
        </a:p>
      </dgm:t>
    </dgm:pt>
    <dgm:pt modelId="{BC4BA2E8-1E3E-4940-8565-85073DF92C4A}" type="sibTrans" cxnId="{52A8A9A0-2CB7-4BAE-AFDB-35D5F84B58D3}">
      <dgm:prSet/>
      <dgm:spPr/>
      <dgm:t>
        <a:bodyPr/>
        <a:lstStyle/>
        <a:p>
          <a:endParaRPr lang="en-US"/>
        </a:p>
      </dgm:t>
    </dgm:pt>
    <dgm:pt modelId="{2D1E4166-1AFA-4ECF-B019-D6ED111B0861}">
      <dgm:prSet/>
      <dgm:spPr/>
      <dgm:t>
        <a:bodyPr/>
        <a:lstStyle/>
        <a:p>
          <a:r>
            <a:rPr lang="en-US" dirty="0"/>
            <a:t>Easily create complex and lengthy search strategies</a:t>
          </a:r>
        </a:p>
      </dgm:t>
      <dgm:extLst>
        <a:ext uri="{E40237B7-FDA0-4F09-8148-C483321AD2D9}">
          <dgm14:cNvPr xmlns:dgm14="http://schemas.microsoft.com/office/drawing/2010/diagram" id="0" name="" descr="Eliminates tedious manual typing of term combinations&#13;&#10;Prevents search syntax errors&#13;&#10;Facilitates creation of complex search strategies&#13;&#10;Makes proximity searching more accessible for searchers who only have PubMed access&#13;&#10;"/>
        </a:ext>
      </dgm:extLst>
    </dgm:pt>
    <dgm:pt modelId="{57AAC86B-0236-4F32-B6D5-9488B86F412C}" type="parTrans" cxnId="{EB8BD43E-647D-4596-9DF0-8A9812F139E2}">
      <dgm:prSet/>
      <dgm:spPr/>
      <dgm:t>
        <a:bodyPr/>
        <a:lstStyle/>
        <a:p>
          <a:endParaRPr lang="en-US"/>
        </a:p>
      </dgm:t>
    </dgm:pt>
    <dgm:pt modelId="{29F836A9-131D-48C2-A264-71509049CAD4}" type="sibTrans" cxnId="{EB8BD43E-647D-4596-9DF0-8A9812F139E2}">
      <dgm:prSet/>
      <dgm:spPr/>
      <dgm:t>
        <a:bodyPr/>
        <a:lstStyle/>
        <a:p>
          <a:endParaRPr lang="en-US"/>
        </a:p>
      </dgm:t>
    </dgm:pt>
    <dgm:pt modelId="{F503DC52-ACF3-49BB-906D-CEA0F0105FC9}">
      <dgm:prSet/>
      <dgm:spPr/>
      <dgm:t>
        <a:bodyPr/>
        <a:lstStyle/>
        <a:p>
          <a:r>
            <a:rPr lang="en-US" dirty="0"/>
            <a:t>Makes proximity searching in PubMed more accessible</a:t>
          </a:r>
        </a:p>
      </dgm:t>
      <dgm:extLst>
        <a:ext uri="{E40237B7-FDA0-4F09-8148-C483321AD2D9}">
          <dgm14:cNvPr xmlns:dgm14="http://schemas.microsoft.com/office/drawing/2010/diagram" id="0" name="" descr="Eliminates tedious manual typing of term combinations&#13;&#10;Prevents search syntax errors&#13;&#10;Facilitates creation of complex search strategies&#13;&#10;Makes proximity searching more accessible for searchers who only have PubMed access&#13;&#10;"/>
        </a:ext>
      </dgm:extLst>
    </dgm:pt>
    <dgm:pt modelId="{851D11A5-37AD-4D6A-8255-42BFBAE5EF76}" type="parTrans" cxnId="{B1F19DC9-743F-4BDE-8AFC-46F348597B44}">
      <dgm:prSet/>
      <dgm:spPr/>
      <dgm:t>
        <a:bodyPr/>
        <a:lstStyle/>
        <a:p>
          <a:endParaRPr lang="en-US"/>
        </a:p>
      </dgm:t>
    </dgm:pt>
    <dgm:pt modelId="{995E7A95-1C9D-4833-9DD2-BE6E62B224A3}" type="sibTrans" cxnId="{B1F19DC9-743F-4BDE-8AFC-46F348597B44}">
      <dgm:prSet/>
      <dgm:spPr/>
      <dgm:t>
        <a:bodyPr/>
        <a:lstStyle/>
        <a:p>
          <a:endParaRPr lang="en-US"/>
        </a:p>
      </dgm:t>
    </dgm:pt>
    <dgm:pt modelId="{AD2B6F18-2FBD-9E45-8357-654418A5E7E8}" type="pres">
      <dgm:prSet presAssocID="{4C5B1967-6DCD-46E4-BB56-E93FD1D2AACE}" presName="linear" presStyleCnt="0">
        <dgm:presLayoutVars>
          <dgm:animLvl val="lvl"/>
          <dgm:resizeHandles val="exact"/>
        </dgm:presLayoutVars>
      </dgm:prSet>
      <dgm:spPr/>
    </dgm:pt>
    <dgm:pt modelId="{A685FE74-F10C-D740-B4D1-D619053B8067}" type="pres">
      <dgm:prSet presAssocID="{F503DC52-ACF3-49BB-906D-CEA0F0105F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83B794-6E8E-DE4E-8C6F-253CA6D4E6A7}" type="pres">
      <dgm:prSet presAssocID="{995E7A95-1C9D-4833-9DD2-BE6E62B224A3}" presName="spacer" presStyleCnt="0"/>
      <dgm:spPr/>
    </dgm:pt>
    <dgm:pt modelId="{6E1B84CE-EB27-2948-877C-74BE86621DF6}" type="pres">
      <dgm:prSet presAssocID="{19CB4C8C-760B-4372-A592-909876002A7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4A9F76-81F1-F141-8F43-D3051B69079D}" type="pres">
      <dgm:prSet presAssocID="{0CD8FDF6-C4E4-499E-8196-BA1811FBEB6B}" presName="spacer" presStyleCnt="0"/>
      <dgm:spPr/>
    </dgm:pt>
    <dgm:pt modelId="{DE1FB8A4-B7E2-3C48-A2E0-66126EBBC0C9}" type="pres">
      <dgm:prSet presAssocID="{55212904-A54E-465F-BDB9-B2BD84BAACF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93DAA70-4985-0343-8F41-068986B698DF}" type="pres">
      <dgm:prSet presAssocID="{BC4BA2E8-1E3E-4940-8565-85073DF92C4A}" presName="spacer" presStyleCnt="0"/>
      <dgm:spPr/>
    </dgm:pt>
    <dgm:pt modelId="{0EB56ACA-5D34-9C4B-8A89-B64C2B8132CB}" type="pres">
      <dgm:prSet presAssocID="{2D1E4166-1AFA-4ECF-B019-D6ED111B086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082B05-26D4-0F4E-855E-818DB04C346B}" type="presOf" srcId="{4C5B1967-6DCD-46E4-BB56-E93FD1D2AACE}" destId="{AD2B6F18-2FBD-9E45-8357-654418A5E7E8}" srcOrd="0" destOrd="0" presId="urn:microsoft.com/office/officeart/2005/8/layout/vList2"/>
    <dgm:cxn modelId="{75807911-0AB5-4446-9A5C-652ED17E7851}" type="presOf" srcId="{F503DC52-ACF3-49BB-906D-CEA0F0105FC9}" destId="{A685FE74-F10C-D740-B4D1-D619053B8067}" srcOrd="0" destOrd="0" presId="urn:microsoft.com/office/officeart/2005/8/layout/vList2"/>
    <dgm:cxn modelId="{95677415-DF25-1F40-82B0-333A5FED9104}" type="presOf" srcId="{19CB4C8C-760B-4372-A592-909876002A75}" destId="{6E1B84CE-EB27-2948-877C-74BE86621DF6}" srcOrd="0" destOrd="0" presId="urn:microsoft.com/office/officeart/2005/8/layout/vList2"/>
    <dgm:cxn modelId="{A91D3335-97CD-144A-9486-AD1A496F0CE9}" type="presOf" srcId="{55212904-A54E-465F-BDB9-B2BD84BAACFE}" destId="{DE1FB8A4-B7E2-3C48-A2E0-66126EBBC0C9}" srcOrd="0" destOrd="0" presId="urn:microsoft.com/office/officeart/2005/8/layout/vList2"/>
    <dgm:cxn modelId="{EB8BD43E-647D-4596-9DF0-8A9812F139E2}" srcId="{4C5B1967-6DCD-46E4-BB56-E93FD1D2AACE}" destId="{2D1E4166-1AFA-4ECF-B019-D6ED111B0861}" srcOrd="3" destOrd="0" parTransId="{57AAC86B-0236-4F32-B6D5-9488B86F412C}" sibTransId="{29F836A9-131D-48C2-A264-71509049CAD4}"/>
    <dgm:cxn modelId="{52A8A9A0-2CB7-4BAE-AFDB-35D5F84B58D3}" srcId="{4C5B1967-6DCD-46E4-BB56-E93FD1D2AACE}" destId="{55212904-A54E-465F-BDB9-B2BD84BAACFE}" srcOrd="2" destOrd="0" parTransId="{54FB6DF3-4092-4EB7-AEF2-AF50672C78DE}" sibTransId="{BC4BA2E8-1E3E-4940-8565-85073DF92C4A}"/>
    <dgm:cxn modelId="{C37FC6A7-A95C-4F8C-B84D-55C2C433667F}" srcId="{4C5B1967-6DCD-46E4-BB56-E93FD1D2AACE}" destId="{19CB4C8C-760B-4372-A592-909876002A75}" srcOrd="1" destOrd="0" parTransId="{C932B87E-947C-4991-9AD0-40707A34481A}" sibTransId="{0CD8FDF6-C4E4-499E-8196-BA1811FBEB6B}"/>
    <dgm:cxn modelId="{BE561CAC-B7DC-9941-AAE3-4B0F10AEFB52}" type="presOf" srcId="{2D1E4166-1AFA-4ECF-B019-D6ED111B0861}" destId="{0EB56ACA-5D34-9C4B-8A89-B64C2B8132CB}" srcOrd="0" destOrd="0" presId="urn:microsoft.com/office/officeart/2005/8/layout/vList2"/>
    <dgm:cxn modelId="{B1F19DC9-743F-4BDE-8AFC-46F348597B44}" srcId="{4C5B1967-6DCD-46E4-BB56-E93FD1D2AACE}" destId="{F503DC52-ACF3-49BB-906D-CEA0F0105FC9}" srcOrd="0" destOrd="0" parTransId="{851D11A5-37AD-4D6A-8255-42BFBAE5EF76}" sibTransId="{995E7A95-1C9D-4833-9DD2-BE6E62B224A3}"/>
    <dgm:cxn modelId="{63B56F69-0302-A847-A042-433B1336EEC8}" type="presParOf" srcId="{AD2B6F18-2FBD-9E45-8357-654418A5E7E8}" destId="{A685FE74-F10C-D740-B4D1-D619053B8067}" srcOrd="0" destOrd="0" presId="urn:microsoft.com/office/officeart/2005/8/layout/vList2"/>
    <dgm:cxn modelId="{F4ACA964-10D3-1142-A8E6-D381E675B431}" type="presParOf" srcId="{AD2B6F18-2FBD-9E45-8357-654418A5E7E8}" destId="{2783B794-6E8E-DE4E-8C6F-253CA6D4E6A7}" srcOrd="1" destOrd="0" presId="urn:microsoft.com/office/officeart/2005/8/layout/vList2"/>
    <dgm:cxn modelId="{8BAB8770-C592-E344-AE14-D0480EE03434}" type="presParOf" srcId="{AD2B6F18-2FBD-9E45-8357-654418A5E7E8}" destId="{6E1B84CE-EB27-2948-877C-74BE86621DF6}" srcOrd="2" destOrd="0" presId="urn:microsoft.com/office/officeart/2005/8/layout/vList2"/>
    <dgm:cxn modelId="{6A1431BA-7927-1546-B41A-94FAB07008C1}" type="presParOf" srcId="{AD2B6F18-2FBD-9E45-8357-654418A5E7E8}" destId="{E34A9F76-81F1-F141-8F43-D3051B69079D}" srcOrd="3" destOrd="0" presId="urn:microsoft.com/office/officeart/2005/8/layout/vList2"/>
    <dgm:cxn modelId="{7AFC6823-28C2-0D4B-8E7E-2DB511646BB7}" type="presParOf" srcId="{AD2B6F18-2FBD-9E45-8357-654418A5E7E8}" destId="{DE1FB8A4-B7E2-3C48-A2E0-66126EBBC0C9}" srcOrd="4" destOrd="0" presId="urn:microsoft.com/office/officeart/2005/8/layout/vList2"/>
    <dgm:cxn modelId="{84E0E2DA-68F3-3B4C-8E2E-F2174FBB6E9D}" type="presParOf" srcId="{AD2B6F18-2FBD-9E45-8357-654418A5E7E8}" destId="{393DAA70-4985-0343-8F41-068986B698DF}" srcOrd="5" destOrd="0" presId="urn:microsoft.com/office/officeart/2005/8/layout/vList2"/>
    <dgm:cxn modelId="{5B5CE591-A77A-C046-A2B7-854FBD982FB1}" type="presParOf" srcId="{AD2B6F18-2FBD-9E45-8357-654418A5E7E8}" destId="{0EB56ACA-5D34-9C4B-8A89-B64C2B8132C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5DBFF-1554-7145-B5A2-1820E38B7ABA}">
      <dsp:nvSpPr>
        <dsp:cNvPr id="0" name=""/>
        <dsp:cNvSpPr/>
      </dsp:nvSpPr>
      <dsp:spPr>
        <a:xfrm>
          <a:off x="0" y="278967"/>
          <a:ext cx="6900333" cy="13891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43" tIns="374904" rIns="535543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Data and Research Engagement Librarian @ Oregon Health &amp; Science University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MLA Systematic Review Services Specialization</a:t>
          </a:r>
        </a:p>
      </dsp:txBody>
      <dsp:txXfrm>
        <a:off x="0" y="278967"/>
        <a:ext cx="6900333" cy="1389149"/>
      </dsp:txXfrm>
    </dsp:sp>
    <dsp:sp modelId="{78CA64D0-9B53-B84D-8E18-002BDB81B0CC}">
      <dsp:nvSpPr>
        <dsp:cNvPr id="0" name=""/>
        <dsp:cNvSpPr/>
      </dsp:nvSpPr>
      <dsp:spPr>
        <a:xfrm>
          <a:off x="345016" y="13287"/>
          <a:ext cx="4830233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1" tIns="0" rIns="18257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Currently</a:t>
          </a:r>
        </a:p>
      </dsp:txBody>
      <dsp:txXfrm>
        <a:off x="370955" y="39226"/>
        <a:ext cx="4778355" cy="479482"/>
      </dsp:txXfrm>
    </dsp:sp>
    <dsp:sp modelId="{09FD21E6-2279-A145-B11B-00D251518341}">
      <dsp:nvSpPr>
        <dsp:cNvPr id="0" name=""/>
        <dsp:cNvSpPr/>
      </dsp:nvSpPr>
      <dsp:spPr>
        <a:xfrm>
          <a:off x="0" y="2030997"/>
          <a:ext cx="6900333" cy="2381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43" tIns="374904" rIns="535543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BS in Computer Engineering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~18 years in software industry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Ontologist/Semantic Modeler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Content Manager/Corporate Librarian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Technical Writer/Editor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Software Testing/Quality Assessment</a:t>
          </a:r>
        </a:p>
      </dsp:txBody>
      <dsp:txXfrm>
        <a:off x="0" y="2030997"/>
        <a:ext cx="6900333" cy="2381399"/>
      </dsp:txXfrm>
    </dsp:sp>
    <dsp:sp modelId="{56E740AC-D33E-0D45-B6F8-50A758DE3830}">
      <dsp:nvSpPr>
        <dsp:cNvPr id="0" name=""/>
        <dsp:cNvSpPr/>
      </dsp:nvSpPr>
      <dsp:spPr>
        <a:xfrm>
          <a:off x="345016" y="1765318"/>
          <a:ext cx="4830233" cy="5313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1" tIns="0" rIns="18257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</a:rPr>
            <a:t>Previously</a:t>
          </a:r>
        </a:p>
      </dsp:txBody>
      <dsp:txXfrm>
        <a:off x="370955" y="1791257"/>
        <a:ext cx="4778355" cy="479482"/>
      </dsp:txXfrm>
    </dsp:sp>
    <dsp:sp modelId="{804766CB-44B0-F449-A306-027134116D13}">
      <dsp:nvSpPr>
        <dsp:cNvPr id="0" name=""/>
        <dsp:cNvSpPr/>
      </dsp:nvSpPr>
      <dsp:spPr>
        <a:xfrm>
          <a:off x="0" y="4775277"/>
          <a:ext cx="6900333" cy="14174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43" tIns="374904" rIns="535543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Making building searches less annoying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Making searches more reproducible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Python programming</a:t>
          </a:r>
        </a:p>
      </dsp:txBody>
      <dsp:txXfrm>
        <a:off x="0" y="4775277"/>
        <a:ext cx="6900333" cy="1417499"/>
      </dsp:txXfrm>
    </dsp:sp>
    <dsp:sp modelId="{DA5B125B-51A0-4746-BABC-8A2170FE0452}">
      <dsp:nvSpPr>
        <dsp:cNvPr id="0" name=""/>
        <dsp:cNvSpPr/>
      </dsp:nvSpPr>
      <dsp:spPr>
        <a:xfrm>
          <a:off x="345016" y="4509598"/>
          <a:ext cx="4830233" cy="5313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1" tIns="0" rIns="182571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2"/>
              </a:solidFill>
            </a:rPr>
            <a:t>Interests</a:t>
          </a:r>
        </a:p>
      </dsp:txBody>
      <dsp:txXfrm>
        <a:off x="370955" y="4535537"/>
        <a:ext cx="4778355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B7D1C3-0241-D142-BAAE-61FF18A0042F}">
      <dsp:nvSpPr>
        <dsp:cNvPr id="0" name=""/>
        <dsp:cNvSpPr/>
      </dsp:nvSpPr>
      <dsp:spPr>
        <a:xfrm>
          <a:off x="0" y="145173"/>
          <a:ext cx="10576558" cy="889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“Unusual syntax”[</a:t>
          </a:r>
          <a:r>
            <a:rPr lang="en-US" sz="3800" kern="1200" dirty="0" err="1"/>
            <a:t>tiab</a:t>
          </a:r>
          <a:r>
            <a:rPr lang="en-US" sz="3800" kern="1200" dirty="0"/>
            <a:t>:~5]</a:t>
          </a:r>
        </a:p>
      </dsp:txBody>
      <dsp:txXfrm>
        <a:off x="43407" y="188580"/>
        <a:ext cx="10489744" cy="802386"/>
      </dsp:txXfrm>
    </dsp:sp>
    <dsp:sp modelId="{91C1DB35-4FB0-5843-9101-B73B7CD31BFD}">
      <dsp:nvSpPr>
        <dsp:cNvPr id="0" name=""/>
        <dsp:cNvSpPr/>
      </dsp:nvSpPr>
      <dsp:spPr>
        <a:xfrm>
          <a:off x="0" y="1143813"/>
          <a:ext cx="10576558" cy="8892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solidFill>
                <a:schemeClr val="tx2"/>
              </a:solidFill>
            </a:rPr>
            <a:t>Title, Title/Abstract, and Affiliation fields only</a:t>
          </a:r>
        </a:p>
      </dsp:txBody>
      <dsp:txXfrm>
        <a:off x="43407" y="1187220"/>
        <a:ext cx="10489744" cy="802386"/>
      </dsp:txXfrm>
    </dsp:sp>
    <dsp:sp modelId="{DB91924A-78F5-9B4C-A81A-C93033AFD63F}">
      <dsp:nvSpPr>
        <dsp:cNvPr id="0" name=""/>
        <dsp:cNvSpPr/>
      </dsp:nvSpPr>
      <dsp:spPr>
        <a:xfrm>
          <a:off x="0" y="2142453"/>
          <a:ext cx="10576558" cy="889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solidFill>
                <a:schemeClr val="tx2"/>
              </a:solidFill>
            </a:rPr>
            <a:t>No truncation!</a:t>
          </a:r>
        </a:p>
      </dsp:txBody>
      <dsp:txXfrm>
        <a:off x="43407" y="2185860"/>
        <a:ext cx="10489744" cy="802386"/>
      </dsp:txXfrm>
    </dsp:sp>
    <dsp:sp modelId="{FAD65199-EDED-3045-9AB5-AB7268434B0D}">
      <dsp:nvSpPr>
        <dsp:cNvPr id="0" name=""/>
        <dsp:cNvSpPr/>
      </dsp:nvSpPr>
      <dsp:spPr>
        <a:xfrm>
          <a:off x="0" y="3141094"/>
          <a:ext cx="10576558" cy="889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Building searches is tedious and error-prone</a:t>
          </a:r>
        </a:p>
      </dsp:txBody>
      <dsp:txXfrm>
        <a:off x="43407" y="3184501"/>
        <a:ext cx="10489744" cy="8023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BFB93-FA7A-45C1-9C7F-D0ECB6BF58D6}">
      <dsp:nvSpPr>
        <dsp:cNvPr id="0" name=""/>
        <dsp:cNvSpPr/>
      </dsp:nvSpPr>
      <dsp:spPr>
        <a:xfrm>
          <a:off x="0" y="451"/>
          <a:ext cx="5821767" cy="621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225530-EF6A-4967-91EA-B513E4BE0DBF}">
      <dsp:nvSpPr>
        <dsp:cNvPr id="0" name=""/>
        <dsp:cNvSpPr/>
      </dsp:nvSpPr>
      <dsp:spPr>
        <a:xfrm>
          <a:off x="188154" y="140401"/>
          <a:ext cx="342099" cy="342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CE3CB-03F2-4877-9D7C-4238CCEF42B5}">
      <dsp:nvSpPr>
        <dsp:cNvPr id="0" name=""/>
        <dsp:cNvSpPr/>
      </dsp:nvSpPr>
      <dsp:spPr>
        <a:xfrm>
          <a:off x="718409" y="451"/>
          <a:ext cx="5103357" cy="621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28" tIns="65828" rIns="65828" bIns="658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Ranking Choices</a:t>
          </a:r>
        </a:p>
      </dsp:txBody>
      <dsp:txXfrm>
        <a:off x="718409" y="451"/>
        <a:ext cx="5103357" cy="621999"/>
      </dsp:txXfrm>
    </dsp:sp>
    <dsp:sp modelId="{4A948F90-BCF5-4E58-8BFC-B2FE574D5E8D}">
      <dsp:nvSpPr>
        <dsp:cNvPr id="0" name=""/>
        <dsp:cNvSpPr/>
      </dsp:nvSpPr>
      <dsp:spPr>
        <a:xfrm>
          <a:off x="0" y="777951"/>
          <a:ext cx="5821767" cy="621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0F5CE-7E37-43CB-B648-2A32D163E975}">
      <dsp:nvSpPr>
        <dsp:cNvPr id="0" name=""/>
        <dsp:cNvSpPr/>
      </dsp:nvSpPr>
      <dsp:spPr>
        <a:xfrm>
          <a:off x="188154" y="917900"/>
          <a:ext cx="342099" cy="342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7080D-F445-440A-8C14-EEE2F02579FD}">
      <dsp:nvSpPr>
        <dsp:cNvPr id="0" name=""/>
        <dsp:cNvSpPr/>
      </dsp:nvSpPr>
      <dsp:spPr>
        <a:xfrm>
          <a:off x="718409" y="777951"/>
          <a:ext cx="5103357" cy="621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28" tIns="65828" rIns="65828" bIns="658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Decision Making Tools</a:t>
          </a:r>
        </a:p>
      </dsp:txBody>
      <dsp:txXfrm>
        <a:off x="718409" y="777951"/>
        <a:ext cx="5103357" cy="621999"/>
      </dsp:txXfrm>
    </dsp:sp>
    <dsp:sp modelId="{1B044CE7-F077-4C08-83E6-EECDDBD6A2E0}">
      <dsp:nvSpPr>
        <dsp:cNvPr id="0" name=""/>
        <dsp:cNvSpPr/>
      </dsp:nvSpPr>
      <dsp:spPr>
        <a:xfrm>
          <a:off x="0" y="1555450"/>
          <a:ext cx="5821767" cy="621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E5B4D0-E683-44C9-AA90-4E3364611CAE}">
      <dsp:nvSpPr>
        <dsp:cNvPr id="0" name=""/>
        <dsp:cNvSpPr/>
      </dsp:nvSpPr>
      <dsp:spPr>
        <a:xfrm>
          <a:off x="188154" y="1695400"/>
          <a:ext cx="342099" cy="342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ADACD-D278-43C4-83DF-2502DB5AEA0C}">
      <dsp:nvSpPr>
        <dsp:cNvPr id="0" name=""/>
        <dsp:cNvSpPr/>
      </dsp:nvSpPr>
      <dsp:spPr>
        <a:xfrm>
          <a:off x="718409" y="1555450"/>
          <a:ext cx="5103357" cy="621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28" tIns="65828" rIns="65828" bIns="658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Usability Testing</a:t>
          </a:r>
        </a:p>
      </dsp:txBody>
      <dsp:txXfrm>
        <a:off x="718409" y="1555450"/>
        <a:ext cx="5103357" cy="621999"/>
      </dsp:txXfrm>
    </dsp:sp>
    <dsp:sp modelId="{4A89FF2B-672C-43DC-86C7-E0EC95E1FF0D}">
      <dsp:nvSpPr>
        <dsp:cNvPr id="0" name=""/>
        <dsp:cNvSpPr/>
      </dsp:nvSpPr>
      <dsp:spPr>
        <a:xfrm>
          <a:off x="0" y="2332949"/>
          <a:ext cx="5821767" cy="621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E1AD8-E95A-4B90-BB0A-B3A0D71D5BD9}">
      <dsp:nvSpPr>
        <dsp:cNvPr id="0" name=""/>
        <dsp:cNvSpPr/>
      </dsp:nvSpPr>
      <dsp:spPr>
        <a:xfrm>
          <a:off x="188154" y="2472899"/>
          <a:ext cx="342099" cy="342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149A66-CB84-4999-98D5-6A3A9A74F166}">
      <dsp:nvSpPr>
        <dsp:cNvPr id="0" name=""/>
        <dsp:cNvSpPr/>
      </dsp:nvSpPr>
      <dsp:spPr>
        <a:xfrm>
          <a:off x="718409" y="2332949"/>
          <a:ext cx="5103357" cy="621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28" tIns="65828" rIns="65828" bIns="658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Statistical Analyses</a:t>
          </a:r>
        </a:p>
      </dsp:txBody>
      <dsp:txXfrm>
        <a:off x="718409" y="2332949"/>
        <a:ext cx="5103357" cy="621999"/>
      </dsp:txXfrm>
    </dsp:sp>
    <dsp:sp modelId="{79826910-3A33-4277-B8DD-B8430DC5F3C2}">
      <dsp:nvSpPr>
        <dsp:cNvPr id="0" name=""/>
        <dsp:cNvSpPr/>
      </dsp:nvSpPr>
      <dsp:spPr>
        <a:xfrm>
          <a:off x="0" y="3110448"/>
          <a:ext cx="5821767" cy="621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00AEE-7A6E-416C-98AC-0B553DD06D79}">
      <dsp:nvSpPr>
        <dsp:cNvPr id="0" name=""/>
        <dsp:cNvSpPr/>
      </dsp:nvSpPr>
      <dsp:spPr>
        <a:xfrm>
          <a:off x="188154" y="3250398"/>
          <a:ext cx="342099" cy="3420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43B1B-42C2-478B-ADE1-F147B6891D2D}">
      <dsp:nvSpPr>
        <dsp:cNvPr id="0" name=""/>
        <dsp:cNvSpPr/>
      </dsp:nvSpPr>
      <dsp:spPr>
        <a:xfrm>
          <a:off x="718409" y="3110448"/>
          <a:ext cx="5103357" cy="621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28" tIns="65828" rIns="65828" bIns="658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Experimental Research Design</a:t>
          </a:r>
        </a:p>
      </dsp:txBody>
      <dsp:txXfrm>
        <a:off x="718409" y="3110448"/>
        <a:ext cx="5103357" cy="621999"/>
      </dsp:txXfrm>
    </dsp:sp>
    <dsp:sp modelId="{383A540D-23D0-4445-AD82-01D89F436075}">
      <dsp:nvSpPr>
        <dsp:cNvPr id="0" name=""/>
        <dsp:cNvSpPr/>
      </dsp:nvSpPr>
      <dsp:spPr>
        <a:xfrm>
          <a:off x="0" y="3887947"/>
          <a:ext cx="5821767" cy="621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79C53D-CE3C-4CF0-A60A-C306BB6000E6}">
      <dsp:nvSpPr>
        <dsp:cNvPr id="0" name=""/>
        <dsp:cNvSpPr/>
      </dsp:nvSpPr>
      <dsp:spPr>
        <a:xfrm>
          <a:off x="188154" y="4027897"/>
          <a:ext cx="342099" cy="34209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94803-97EC-4A7B-BC32-1E206849950D}">
      <dsp:nvSpPr>
        <dsp:cNvPr id="0" name=""/>
        <dsp:cNvSpPr/>
      </dsp:nvSpPr>
      <dsp:spPr>
        <a:xfrm>
          <a:off x="718409" y="3887947"/>
          <a:ext cx="5103357" cy="621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28" tIns="65828" rIns="65828" bIns="658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Software Test Generation</a:t>
          </a:r>
        </a:p>
      </dsp:txBody>
      <dsp:txXfrm>
        <a:off x="718409" y="3887947"/>
        <a:ext cx="5103357" cy="621999"/>
      </dsp:txXfrm>
    </dsp:sp>
    <dsp:sp modelId="{F210D021-80D2-40DF-B549-731D215A7855}">
      <dsp:nvSpPr>
        <dsp:cNvPr id="0" name=""/>
        <dsp:cNvSpPr/>
      </dsp:nvSpPr>
      <dsp:spPr>
        <a:xfrm>
          <a:off x="0" y="4665446"/>
          <a:ext cx="5821767" cy="62199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B06529-B1C6-4CD6-A2F7-FCFE96B6C668}">
      <dsp:nvSpPr>
        <dsp:cNvPr id="0" name=""/>
        <dsp:cNvSpPr/>
      </dsp:nvSpPr>
      <dsp:spPr>
        <a:xfrm>
          <a:off x="188154" y="4805396"/>
          <a:ext cx="342099" cy="34209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49DBFC-5025-4CCE-AC4D-082BED6E737B}">
      <dsp:nvSpPr>
        <dsp:cNvPr id="0" name=""/>
        <dsp:cNvSpPr/>
      </dsp:nvSpPr>
      <dsp:spPr>
        <a:xfrm>
          <a:off x="718409" y="4665446"/>
          <a:ext cx="5103357" cy="621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828" tIns="65828" rIns="65828" bIns="658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… not much in libraries or by librarians</a:t>
          </a:r>
        </a:p>
      </dsp:txBody>
      <dsp:txXfrm>
        <a:off x="718409" y="4665446"/>
        <a:ext cx="5103357" cy="6219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146B5-A116-6B4A-ABF5-5C0957CE4D6F}">
      <dsp:nvSpPr>
        <dsp:cNvPr id="0" name=""/>
        <dsp:cNvSpPr/>
      </dsp:nvSpPr>
      <dsp:spPr>
        <a:xfrm>
          <a:off x="0" y="2087734"/>
          <a:ext cx="10576558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D4BBCB-9C59-C749-B85D-F881DC8B52A6}">
      <dsp:nvSpPr>
        <dsp:cNvPr id="0" name=""/>
        <dsp:cNvSpPr/>
      </dsp:nvSpPr>
      <dsp:spPr>
        <a:xfrm rot="8100000">
          <a:off x="63941" y="481141"/>
          <a:ext cx="307060" cy="307060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ED416FD-90A4-7245-A441-46EDD61EB6C3}">
      <dsp:nvSpPr>
        <dsp:cNvPr id="0" name=""/>
        <dsp:cNvSpPr/>
      </dsp:nvSpPr>
      <dsp:spPr>
        <a:xfrm>
          <a:off x="98053" y="515252"/>
          <a:ext cx="238836" cy="23883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119C39-EDFC-D24F-8ADE-33F55B8D3167}">
      <dsp:nvSpPr>
        <dsp:cNvPr id="0" name=""/>
        <dsp:cNvSpPr/>
      </dsp:nvSpPr>
      <dsp:spPr>
        <a:xfrm>
          <a:off x="434595" y="851795"/>
          <a:ext cx="3518988" cy="123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Research Team asks the Library about combining long lists of genes with long lists of keywords to search all the pairings in PubMed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Solved with a short Python script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Stalled out turning it into a tool</a:t>
          </a:r>
        </a:p>
      </dsp:txBody>
      <dsp:txXfrm>
        <a:off x="434595" y="851795"/>
        <a:ext cx="3518988" cy="1235938"/>
      </dsp:txXfrm>
    </dsp:sp>
    <dsp:sp modelId="{11813713-467D-CD4A-9179-DFDC50C821C9}">
      <dsp:nvSpPr>
        <dsp:cNvPr id="0" name=""/>
        <dsp:cNvSpPr/>
      </dsp:nvSpPr>
      <dsp:spPr>
        <a:xfrm>
          <a:off x="434595" y="417546"/>
          <a:ext cx="3518988" cy="43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2018</a:t>
          </a:r>
        </a:p>
      </dsp:txBody>
      <dsp:txXfrm>
        <a:off x="434595" y="417546"/>
        <a:ext cx="3518988" cy="434248"/>
      </dsp:txXfrm>
    </dsp:sp>
    <dsp:sp modelId="{EE32B3CA-D55E-C540-8FE0-9515140FEF1F}">
      <dsp:nvSpPr>
        <dsp:cNvPr id="0" name=""/>
        <dsp:cNvSpPr/>
      </dsp:nvSpPr>
      <dsp:spPr>
        <a:xfrm>
          <a:off x="217471" y="851795"/>
          <a:ext cx="0" cy="1235938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DF74D2-CC31-E54F-B223-2F1072E89F4E}">
      <dsp:nvSpPr>
        <dsp:cNvPr id="0" name=""/>
        <dsp:cNvSpPr/>
      </dsp:nvSpPr>
      <dsp:spPr>
        <a:xfrm>
          <a:off x="177589" y="2048651"/>
          <a:ext cx="78164" cy="7816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4FCEEBB-9A71-5242-8033-8D8F2917932A}">
      <dsp:nvSpPr>
        <dsp:cNvPr id="0" name=""/>
        <dsp:cNvSpPr/>
      </dsp:nvSpPr>
      <dsp:spPr>
        <a:xfrm rot="18900000">
          <a:off x="2175980" y="3387266"/>
          <a:ext cx="307060" cy="307060"/>
        </a:xfrm>
        <a:prstGeom prst="teardrop">
          <a:avLst>
            <a:gd name="adj" fmla="val 11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CDB6362-9403-8642-B216-0EECD2F48F50}">
      <dsp:nvSpPr>
        <dsp:cNvPr id="0" name=""/>
        <dsp:cNvSpPr/>
      </dsp:nvSpPr>
      <dsp:spPr>
        <a:xfrm>
          <a:off x="2210092" y="3421378"/>
          <a:ext cx="238836" cy="23883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9DAD26-773D-8548-A36E-F69F0B789321}">
      <dsp:nvSpPr>
        <dsp:cNvPr id="0" name=""/>
        <dsp:cNvSpPr/>
      </dsp:nvSpPr>
      <dsp:spPr>
        <a:xfrm>
          <a:off x="2546635" y="2087734"/>
          <a:ext cx="3518988" cy="123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NLM launches the new PubMed</a:t>
          </a:r>
        </a:p>
      </dsp:txBody>
      <dsp:txXfrm>
        <a:off x="2546635" y="2087734"/>
        <a:ext cx="3518988" cy="1235938"/>
      </dsp:txXfrm>
    </dsp:sp>
    <dsp:sp modelId="{65F4ED0F-CF08-8841-966B-52DC99CCA13F}">
      <dsp:nvSpPr>
        <dsp:cNvPr id="0" name=""/>
        <dsp:cNvSpPr/>
      </dsp:nvSpPr>
      <dsp:spPr>
        <a:xfrm>
          <a:off x="2546635" y="3323672"/>
          <a:ext cx="3518988" cy="43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2020</a:t>
          </a:r>
        </a:p>
      </dsp:txBody>
      <dsp:txXfrm>
        <a:off x="2546635" y="3323672"/>
        <a:ext cx="3518988" cy="434248"/>
      </dsp:txXfrm>
    </dsp:sp>
    <dsp:sp modelId="{3A50B2B1-6B61-5648-B986-3A4E9C30D784}">
      <dsp:nvSpPr>
        <dsp:cNvPr id="0" name=""/>
        <dsp:cNvSpPr/>
      </dsp:nvSpPr>
      <dsp:spPr>
        <a:xfrm>
          <a:off x="2329510" y="2087734"/>
          <a:ext cx="0" cy="1235938"/>
        </a:xfrm>
        <a:prstGeom prst="line">
          <a:avLst/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53088-A548-6D48-9D51-DF030E095C4D}">
      <dsp:nvSpPr>
        <dsp:cNvPr id="0" name=""/>
        <dsp:cNvSpPr/>
      </dsp:nvSpPr>
      <dsp:spPr>
        <a:xfrm>
          <a:off x="2289629" y="2048651"/>
          <a:ext cx="78164" cy="7816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0254295-4B7C-7B49-82D2-72473C6303CF}">
      <dsp:nvSpPr>
        <dsp:cNvPr id="0" name=""/>
        <dsp:cNvSpPr/>
      </dsp:nvSpPr>
      <dsp:spPr>
        <a:xfrm rot="8100000">
          <a:off x="4288020" y="481141"/>
          <a:ext cx="307060" cy="307060"/>
        </a:xfrm>
        <a:prstGeom prst="teardrop">
          <a:avLst>
            <a:gd name="adj" fmla="val 11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0B4268-3799-EC4F-AD98-A076C58DE68A}">
      <dsp:nvSpPr>
        <dsp:cNvPr id="0" name=""/>
        <dsp:cNvSpPr/>
      </dsp:nvSpPr>
      <dsp:spPr>
        <a:xfrm>
          <a:off x="4322131" y="515252"/>
          <a:ext cx="238836" cy="23883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B7919-DF67-FB42-A532-056E496B9C9D}">
      <dsp:nvSpPr>
        <dsp:cNvPr id="0" name=""/>
        <dsp:cNvSpPr/>
      </dsp:nvSpPr>
      <dsp:spPr>
        <a:xfrm>
          <a:off x="4658674" y="851795"/>
          <a:ext cx="3518988" cy="123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NLM introduces proximity search in PubMed</a:t>
          </a:r>
        </a:p>
      </dsp:txBody>
      <dsp:txXfrm>
        <a:off x="4658674" y="851795"/>
        <a:ext cx="3518988" cy="1235938"/>
      </dsp:txXfrm>
    </dsp:sp>
    <dsp:sp modelId="{27B1A21D-908D-3845-B9DD-5C33544D2532}">
      <dsp:nvSpPr>
        <dsp:cNvPr id="0" name=""/>
        <dsp:cNvSpPr/>
      </dsp:nvSpPr>
      <dsp:spPr>
        <a:xfrm>
          <a:off x="4658674" y="417546"/>
          <a:ext cx="3518988" cy="43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2022</a:t>
          </a:r>
        </a:p>
      </dsp:txBody>
      <dsp:txXfrm>
        <a:off x="4658674" y="417546"/>
        <a:ext cx="3518988" cy="434248"/>
      </dsp:txXfrm>
    </dsp:sp>
    <dsp:sp modelId="{0D26F762-9875-B847-89DF-A0C596C66E88}">
      <dsp:nvSpPr>
        <dsp:cNvPr id="0" name=""/>
        <dsp:cNvSpPr/>
      </dsp:nvSpPr>
      <dsp:spPr>
        <a:xfrm>
          <a:off x="4441550" y="851795"/>
          <a:ext cx="0" cy="1235938"/>
        </a:xfrm>
        <a:prstGeom prst="line">
          <a:avLst/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373A0-28D9-F04D-976B-C2172886B3B4}">
      <dsp:nvSpPr>
        <dsp:cNvPr id="0" name=""/>
        <dsp:cNvSpPr/>
      </dsp:nvSpPr>
      <dsp:spPr>
        <a:xfrm>
          <a:off x="4401668" y="2048651"/>
          <a:ext cx="78164" cy="7816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B735D59-8931-B347-86E6-0BCCC16D43DA}">
      <dsp:nvSpPr>
        <dsp:cNvPr id="0" name=""/>
        <dsp:cNvSpPr/>
      </dsp:nvSpPr>
      <dsp:spPr>
        <a:xfrm rot="18900000">
          <a:off x="6400059" y="3387266"/>
          <a:ext cx="307060" cy="307060"/>
        </a:xfrm>
        <a:prstGeom prst="teardrop">
          <a:avLst>
            <a:gd name="adj" fmla="val 11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C60E3DC-78E8-BF41-BB8B-6162DBB2E771}">
      <dsp:nvSpPr>
        <dsp:cNvPr id="0" name=""/>
        <dsp:cNvSpPr/>
      </dsp:nvSpPr>
      <dsp:spPr>
        <a:xfrm>
          <a:off x="6434171" y="3421378"/>
          <a:ext cx="238836" cy="23883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11D0E-BA28-0E40-B6F3-AB6D78B0F716}">
      <dsp:nvSpPr>
        <dsp:cNvPr id="0" name=""/>
        <dsp:cNvSpPr/>
      </dsp:nvSpPr>
      <dsp:spPr>
        <a:xfrm>
          <a:off x="6770714" y="2087734"/>
          <a:ext cx="3518988" cy="1235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Started reusing 2018 code for proximity search string generation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Got serious about turning it into a tool</a:t>
          </a:r>
        </a:p>
      </dsp:txBody>
      <dsp:txXfrm>
        <a:off x="6770714" y="2087734"/>
        <a:ext cx="3518988" cy="1235938"/>
      </dsp:txXfrm>
    </dsp:sp>
    <dsp:sp modelId="{0317005B-C34C-D243-A058-5130E4A3928D}">
      <dsp:nvSpPr>
        <dsp:cNvPr id="0" name=""/>
        <dsp:cNvSpPr/>
      </dsp:nvSpPr>
      <dsp:spPr>
        <a:xfrm>
          <a:off x="6770714" y="3323672"/>
          <a:ext cx="3518988" cy="434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2024</a:t>
          </a:r>
        </a:p>
      </dsp:txBody>
      <dsp:txXfrm>
        <a:off x="6770714" y="3323672"/>
        <a:ext cx="3518988" cy="434248"/>
      </dsp:txXfrm>
    </dsp:sp>
    <dsp:sp modelId="{85B234D5-992E-CE46-AA9B-50F239BBF56D}">
      <dsp:nvSpPr>
        <dsp:cNvPr id="0" name=""/>
        <dsp:cNvSpPr/>
      </dsp:nvSpPr>
      <dsp:spPr>
        <a:xfrm>
          <a:off x="6553589" y="2087734"/>
          <a:ext cx="0" cy="1235938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1371CB-A92E-E94B-807E-169800119DBA}">
      <dsp:nvSpPr>
        <dsp:cNvPr id="0" name=""/>
        <dsp:cNvSpPr/>
      </dsp:nvSpPr>
      <dsp:spPr>
        <a:xfrm>
          <a:off x="6513707" y="2048651"/>
          <a:ext cx="78164" cy="7816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5FE74-F10C-D740-B4D1-D619053B8067}">
      <dsp:nvSpPr>
        <dsp:cNvPr id="0" name=""/>
        <dsp:cNvSpPr/>
      </dsp:nvSpPr>
      <dsp:spPr>
        <a:xfrm>
          <a:off x="0" y="707494"/>
          <a:ext cx="10576558" cy="631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Makes proximity searching in PubMed more accessible</a:t>
          </a:r>
        </a:p>
      </dsp:txBody>
      <dsp:txXfrm>
        <a:off x="30842" y="738336"/>
        <a:ext cx="10514874" cy="570116"/>
      </dsp:txXfrm>
    </dsp:sp>
    <dsp:sp modelId="{6E1B84CE-EB27-2948-877C-74BE86621DF6}">
      <dsp:nvSpPr>
        <dsp:cNvPr id="0" name=""/>
        <dsp:cNvSpPr/>
      </dsp:nvSpPr>
      <dsp:spPr>
        <a:xfrm>
          <a:off x="0" y="1417054"/>
          <a:ext cx="10576558" cy="6318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2"/>
              </a:solidFill>
            </a:rPr>
            <a:t>Eliminates tedious manual typing of variations and combinations</a:t>
          </a:r>
        </a:p>
      </dsp:txBody>
      <dsp:txXfrm>
        <a:off x="30842" y="1447896"/>
        <a:ext cx="10514874" cy="570116"/>
      </dsp:txXfrm>
    </dsp:sp>
    <dsp:sp modelId="{DE1FB8A4-B7E2-3C48-A2E0-66126EBBC0C9}">
      <dsp:nvSpPr>
        <dsp:cNvPr id="0" name=""/>
        <dsp:cNvSpPr/>
      </dsp:nvSpPr>
      <dsp:spPr>
        <a:xfrm>
          <a:off x="0" y="2126614"/>
          <a:ext cx="10576558" cy="6318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2"/>
              </a:solidFill>
            </a:rPr>
            <a:t>Prevents syntax errors</a:t>
          </a:r>
        </a:p>
      </dsp:txBody>
      <dsp:txXfrm>
        <a:off x="30842" y="2157456"/>
        <a:ext cx="10514874" cy="570116"/>
      </dsp:txXfrm>
    </dsp:sp>
    <dsp:sp modelId="{0EB56ACA-5D34-9C4B-8A89-B64C2B8132CB}">
      <dsp:nvSpPr>
        <dsp:cNvPr id="0" name=""/>
        <dsp:cNvSpPr/>
      </dsp:nvSpPr>
      <dsp:spPr>
        <a:xfrm>
          <a:off x="0" y="2836174"/>
          <a:ext cx="10576558" cy="631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Easily create complex and lengthy search strategies</a:t>
          </a:r>
        </a:p>
      </dsp:txBody>
      <dsp:txXfrm>
        <a:off x="30842" y="2867016"/>
        <a:ext cx="10514874" cy="570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22D85-BF09-D54D-9560-E23E13967C6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2D968-2EB8-BB4D-B48F-055E790B5E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6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lists do not have to be the same length</a:t>
            </a:r>
          </a:p>
          <a:p>
            <a:r>
              <a:rPr lang="en-US" dirty="0"/>
              <a:t>the total number of pairs is the product of the length of both lists</a:t>
            </a:r>
          </a:p>
          <a:p>
            <a:r>
              <a:rPr lang="en-US" dirty="0"/>
              <a:t>long lists mean many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42D968-2EB8-BB4D-B48F-055E790B5E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52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64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63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217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08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8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80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197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47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1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7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3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F0C7B-2C46-9B40-B9B2-67F769ED6B70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F1E10-0739-AC46-88D5-A77FCC782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19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whimar@ohs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enti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lr.apache.org/guide/solr/9_9/query-guide/standard-query-parser.html" TargetMode="External"/><Relationship Id="rId2" Type="http://schemas.openxmlformats.org/officeDocument/2006/relationships/hyperlink" Target="https://solr.apache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pairwise-pubmed.streamlit.app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DBA639-2A71-4A60-A71A-FF1836F5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E208A8B-5EBD-4532-BE72-26414FA7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5D09196-B338-4AB5-A71B-CFD5FFCA6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50B4463-128A-4677-A285-C017E6C54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D9B95CD-F023-4DFA-9678-1E02713F7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1DDF47A8-BE7B-43F3-A500-F5A4656D8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DD394DE-76FB-42F8-85F2-FD436F423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95F2EFB-87E6-4400-AAF3-7EB8B4F15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D463476-2BC7-418C-9D6F-51444B11A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24011122-2495-478A-81BF-ABBDEA1DA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79E87C5-E5B3-476B-B539-FC9CF4A33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956029CA-2B38-434D-9044-5FF3A1ECD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9514CFB6-E8DB-43DC-B1CD-9CC2D4B2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BD8C1FC8-E550-45BE-9F30-822BAB378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D1646B5D-A7B7-41EC-9591-0E0C0F4F9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E2118E93-481E-4843-987E-378187AA3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7038464-F4E2-47EC-A87F-18469191E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B3BBEB1-E146-408F-95B7-EE2F269D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C765B285-56EC-47FC-B116-274EBBD61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CB4A6191-6913-42EA-905E-8A174AE2C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ADEEF92-F481-475A-845C-5E940F0D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9C506D7-84CB-4057-A44A-465313E7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2173916" y="2448612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42FC68-61FD-4700-8A22-BB8B07188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4579" y="691977"/>
            <a:ext cx="7761923" cy="5343064"/>
          </a:xfrm>
          <a:custGeom>
            <a:avLst/>
            <a:gdLst>
              <a:gd name="connsiteX0" fmla="*/ 0 w 6428838"/>
              <a:gd name="connsiteY0" fmla="*/ 2579031 h 5158062"/>
              <a:gd name="connsiteX1" fmla="*/ 3214419 w 6428838"/>
              <a:gd name="connsiteY1" fmla="*/ 0 h 5158062"/>
              <a:gd name="connsiteX2" fmla="*/ 6428838 w 6428838"/>
              <a:gd name="connsiteY2" fmla="*/ 2579031 h 5158062"/>
              <a:gd name="connsiteX3" fmla="*/ 3214419 w 6428838"/>
              <a:gd name="connsiteY3" fmla="*/ 5158062 h 5158062"/>
              <a:gd name="connsiteX4" fmla="*/ 0 w 6428838"/>
              <a:gd name="connsiteY4" fmla="*/ 2579031 h 5158062"/>
              <a:gd name="connsiteX0" fmla="*/ 3321 w 6432159"/>
              <a:gd name="connsiteY0" fmla="*/ 2647125 h 5226156"/>
              <a:gd name="connsiteX1" fmla="*/ 2789723 w 6432159"/>
              <a:gd name="connsiteY1" fmla="*/ 0 h 5226156"/>
              <a:gd name="connsiteX2" fmla="*/ 6432159 w 6432159"/>
              <a:gd name="connsiteY2" fmla="*/ 2647125 h 5226156"/>
              <a:gd name="connsiteX3" fmla="*/ 3217740 w 6432159"/>
              <a:gd name="connsiteY3" fmla="*/ 5226156 h 5226156"/>
              <a:gd name="connsiteX4" fmla="*/ 3321 w 6432159"/>
              <a:gd name="connsiteY4" fmla="*/ 2647125 h 5226156"/>
              <a:gd name="connsiteX0" fmla="*/ 1953 w 6566979"/>
              <a:gd name="connsiteY0" fmla="*/ 2695803 h 5226224"/>
              <a:gd name="connsiteX1" fmla="*/ 2924543 w 6566979"/>
              <a:gd name="connsiteY1" fmla="*/ 39 h 5226224"/>
              <a:gd name="connsiteX2" fmla="*/ 6566979 w 6566979"/>
              <a:gd name="connsiteY2" fmla="*/ 2647164 h 5226224"/>
              <a:gd name="connsiteX3" fmla="*/ 3352560 w 6566979"/>
              <a:gd name="connsiteY3" fmla="*/ 5226195 h 5226224"/>
              <a:gd name="connsiteX4" fmla="*/ 1953 w 6566979"/>
              <a:gd name="connsiteY4" fmla="*/ 2695803 h 5226224"/>
              <a:gd name="connsiteX0" fmla="*/ 8982 w 6574008"/>
              <a:gd name="connsiteY0" fmla="*/ 2695803 h 5226313"/>
              <a:gd name="connsiteX1" fmla="*/ 2931572 w 6574008"/>
              <a:gd name="connsiteY1" fmla="*/ 39 h 5226313"/>
              <a:gd name="connsiteX2" fmla="*/ 6574008 w 6574008"/>
              <a:gd name="connsiteY2" fmla="*/ 2647164 h 5226313"/>
              <a:gd name="connsiteX3" fmla="*/ 3359589 w 6574008"/>
              <a:gd name="connsiteY3" fmla="*/ 5226195 h 5226313"/>
              <a:gd name="connsiteX4" fmla="*/ 8982 w 6574008"/>
              <a:gd name="connsiteY4" fmla="*/ 2695803 h 5226313"/>
              <a:gd name="connsiteX0" fmla="*/ 11929 w 6576955"/>
              <a:gd name="connsiteY0" fmla="*/ 2695953 h 5226463"/>
              <a:gd name="connsiteX1" fmla="*/ 2934519 w 6576955"/>
              <a:gd name="connsiteY1" fmla="*/ 189 h 5226463"/>
              <a:gd name="connsiteX2" fmla="*/ 6576955 w 6576955"/>
              <a:gd name="connsiteY2" fmla="*/ 2647314 h 5226463"/>
              <a:gd name="connsiteX3" fmla="*/ 3362536 w 6576955"/>
              <a:gd name="connsiteY3" fmla="*/ 5226345 h 5226463"/>
              <a:gd name="connsiteX4" fmla="*/ 11929 w 6576955"/>
              <a:gd name="connsiteY4" fmla="*/ 2695953 h 5226463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92159"/>
              <a:gd name="connsiteX1" fmla="*/ 2931852 w 6963394"/>
              <a:gd name="connsiteY1" fmla="*/ 10033 h 5292159"/>
              <a:gd name="connsiteX2" fmla="*/ 6963394 w 6963394"/>
              <a:gd name="connsiteY2" fmla="*/ 3318639 h 5292159"/>
              <a:gd name="connsiteX3" fmla="*/ 3359869 w 6963394"/>
              <a:gd name="connsiteY3" fmla="*/ 5236189 h 5292159"/>
              <a:gd name="connsiteX4" fmla="*/ 9262 w 6963394"/>
              <a:gd name="connsiteY4" fmla="*/ 2705797 h 5292159"/>
              <a:gd name="connsiteX0" fmla="*/ 9262 w 6963394"/>
              <a:gd name="connsiteY0" fmla="*/ 2705797 h 5259961"/>
              <a:gd name="connsiteX1" fmla="*/ 2931852 w 6963394"/>
              <a:gd name="connsiteY1" fmla="*/ 10033 h 5259961"/>
              <a:gd name="connsiteX2" fmla="*/ 6963394 w 6963394"/>
              <a:gd name="connsiteY2" fmla="*/ 3318639 h 5259961"/>
              <a:gd name="connsiteX3" fmla="*/ 3359869 w 6963394"/>
              <a:gd name="connsiteY3" fmla="*/ 5236189 h 5259961"/>
              <a:gd name="connsiteX4" fmla="*/ 9262 w 6963394"/>
              <a:gd name="connsiteY4" fmla="*/ 2705797 h 5259961"/>
              <a:gd name="connsiteX0" fmla="*/ 9557 w 7352795"/>
              <a:gd name="connsiteY0" fmla="*/ 2707501 h 5252013"/>
              <a:gd name="connsiteX1" fmla="*/ 2932147 w 7352795"/>
              <a:gd name="connsiteY1" fmla="*/ 11737 h 5252013"/>
              <a:gd name="connsiteX2" fmla="*/ 7352795 w 7352795"/>
              <a:gd name="connsiteY2" fmla="*/ 3378709 h 5252013"/>
              <a:gd name="connsiteX3" fmla="*/ 3360164 w 7352795"/>
              <a:gd name="connsiteY3" fmla="*/ 5237893 h 5252013"/>
              <a:gd name="connsiteX4" fmla="*/ 9557 w 7352795"/>
              <a:gd name="connsiteY4" fmla="*/ 2707501 h 5252013"/>
              <a:gd name="connsiteX0" fmla="*/ 8078 w 7789061"/>
              <a:gd name="connsiteY0" fmla="*/ 2744796 h 5249051"/>
              <a:gd name="connsiteX1" fmla="*/ 3368413 w 7789061"/>
              <a:gd name="connsiteY1" fmla="*/ 10121 h 5249051"/>
              <a:gd name="connsiteX2" fmla="*/ 7789061 w 7789061"/>
              <a:gd name="connsiteY2" fmla="*/ 3377093 h 5249051"/>
              <a:gd name="connsiteX3" fmla="*/ 3796430 w 7789061"/>
              <a:gd name="connsiteY3" fmla="*/ 5236277 h 5249051"/>
              <a:gd name="connsiteX4" fmla="*/ 8078 w 7789061"/>
              <a:gd name="connsiteY4" fmla="*/ 2744796 h 5249051"/>
              <a:gd name="connsiteX0" fmla="*/ 8078 w 7789061"/>
              <a:gd name="connsiteY0" fmla="*/ 2744796 h 5271741"/>
              <a:gd name="connsiteX1" fmla="*/ 3368413 w 7789061"/>
              <a:gd name="connsiteY1" fmla="*/ 10121 h 5271741"/>
              <a:gd name="connsiteX2" fmla="*/ 7789061 w 7789061"/>
              <a:gd name="connsiteY2" fmla="*/ 3377093 h 5271741"/>
              <a:gd name="connsiteX3" fmla="*/ 3796430 w 7789061"/>
              <a:gd name="connsiteY3" fmla="*/ 5236277 h 5271741"/>
              <a:gd name="connsiteX4" fmla="*/ 8078 w 7789061"/>
              <a:gd name="connsiteY4" fmla="*/ 2744796 h 5271741"/>
              <a:gd name="connsiteX0" fmla="*/ 1055 w 7782038"/>
              <a:gd name="connsiteY0" fmla="*/ 2738806 h 5438018"/>
              <a:gd name="connsiteX1" fmla="*/ 3361390 w 7782038"/>
              <a:gd name="connsiteY1" fmla="*/ 4131 h 5438018"/>
              <a:gd name="connsiteX2" fmla="*/ 7782038 w 7782038"/>
              <a:gd name="connsiteY2" fmla="*/ 3371103 h 5438018"/>
              <a:gd name="connsiteX3" fmla="*/ 3692130 w 7782038"/>
              <a:gd name="connsiteY3" fmla="*/ 5415113 h 5438018"/>
              <a:gd name="connsiteX4" fmla="*/ 1055 w 7782038"/>
              <a:gd name="connsiteY4" fmla="*/ 2738806 h 5438018"/>
              <a:gd name="connsiteX0" fmla="*/ 28883 w 7809866"/>
              <a:gd name="connsiteY0" fmla="*/ 2742147 h 5441359"/>
              <a:gd name="connsiteX1" fmla="*/ 3389218 w 7809866"/>
              <a:gd name="connsiteY1" fmla="*/ 7472 h 5441359"/>
              <a:gd name="connsiteX2" fmla="*/ 7809866 w 7809866"/>
              <a:gd name="connsiteY2" fmla="*/ 3374444 h 5441359"/>
              <a:gd name="connsiteX3" fmla="*/ 3719958 w 7809866"/>
              <a:gd name="connsiteY3" fmla="*/ 5418454 h 5441359"/>
              <a:gd name="connsiteX4" fmla="*/ 28883 w 7809866"/>
              <a:gd name="connsiteY4" fmla="*/ 2742147 h 5441359"/>
              <a:gd name="connsiteX0" fmla="*/ 36549 w 7817532"/>
              <a:gd name="connsiteY0" fmla="*/ 2751085 h 5450297"/>
              <a:gd name="connsiteX1" fmla="*/ 3396884 w 7817532"/>
              <a:gd name="connsiteY1" fmla="*/ 16410 h 5450297"/>
              <a:gd name="connsiteX2" fmla="*/ 7817532 w 7817532"/>
              <a:gd name="connsiteY2" fmla="*/ 3383382 h 5450297"/>
              <a:gd name="connsiteX3" fmla="*/ 3727624 w 7817532"/>
              <a:gd name="connsiteY3" fmla="*/ 5427392 h 5450297"/>
              <a:gd name="connsiteX4" fmla="*/ 36549 w 7817532"/>
              <a:gd name="connsiteY4" fmla="*/ 2751085 h 545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7532" h="5450297">
                <a:moveTo>
                  <a:pt x="36549" y="2751085"/>
                </a:moveTo>
                <a:cubicBezTo>
                  <a:pt x="-281221" y="925127"/>
                  <a:pt x="1526121" y="-147339"/>
                  <a:pt x="3396884" y="16410"/>
                </a:cubicBezTo>
                <a:cubicBezTo>
                  <a:pt x="5267647" y="180159"/>
                  <a:pt x="7817532" y="1453184"/>
                  <a:pt x="7817532" y="3383382"/>
                </a:cubicBezTo>
                <a:cubicBezTo>
                  <a:pt x="7700800" y="5342763"/>
                  <a:pt x="5024455" y="5532775"/>
                  <a:pt x="3727624" y="5427392"/>
                </a:cubicBezTo>
                <a:cubicBezTo>
                  <a:pt x="2430794" y="5322009"/>
                  <a:pt x="354319" y="4577043"/>
                  <a:pt x="36549" y="2751085"/>
                </a:cubicBezTo>
                <a:close/>
              </a:path>
            </a:pathLst>
          </a:custGeom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B92B3-8B65-BAB2-4CCF-3CDCEF10B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277" y="2029762"/>
            <a:ext cx="6959446" cy="1726627"/>
          </a:xfrm>
        </p:spPr>
        <p:txBody>
          <a:bodyPr anchor="ctr">
            <a:spAutoFit/>
          </a:bodyPr>
          <a:lstStyle/>
          <a:p>
            <a:r>
              <a:rPr lang="en-US" sz="6000" dirty="0"/>
              <a:t>Two Lists Enter,</a:t>
            </a:r>
            <a:br>
              <a:rPr lang="en-US" sz="6000" dirty="0"/>
            </a:br>
            <a:r>
              <a:rPr lang="en-US" sz="6000" dirty="0"/>
              <a:t>One Search Leaves!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6F85D-186B-90BC-700A-B564B6D6F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1867" y="4037695"/>
            <a:ext cx="6489695" cy="1455783"/>
          </a:xfr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Introducing the Pairwise PubMed Search Generator</a:t>
            </a:r>
          </a:p>
          <a:p>
            <a:pPr>
              <a:lnSpc>
                <a:spcPct val="90000"/>
              </a:lnSpc>
            </a:pP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2000" dirty="0"/>
              <a:t>Marijane White, MSLIS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whimar@ohsu.edu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359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59DF0-5D47-E04F-681F-432B883A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>
            <a:normAutofit/>
          </a:bodyPr>
          <a:lstStyle/>
          <a:p>
            <a:r>
              <a:rPr lang="en-US" dirty="0"/>
              <a:t>Hello!</a:t>
            </a:r>
            <a:br>
              <a:rPr lang="en-US" dirty="0"/>
            </a:br>
            <a:r>
              <a:rPr lang="en-US" dirty="0"/>
              <a:t>I’m Marijane. (she/they)</a:t>
            </a:r>
          </a:p>
        </p:txBody>
      </p:sp>
      <p:graphicFrame>
        <p:nvGraphicFramePr>
          <p:cNvPr id="5" name="Content Placeholder 2" descr="Currently&#13;&#10;&#9;Data and Research Engagement Librarian @ OHSU&#13;&#10;&#9;MLA Systematic Review Services Specialization, Level 1&#13;&#10;Previously&#13;&#10;&#9;Ontologist/Semantic Modeler&#13;&#10;&#9;Content Manager/Corporate Librarian&#13;&#10;&#9;Technical Writer/Editor&#13;&#10;&#9;Software Testing/Quality Assessment&#13;&#10;Interests&#13;&#10;&#9;Systematic Search&#13;&#10;&#9;Search Reproducibility&#13;&#10;&#9;Python Programming&#13;&#10;">
            <a:extLst>
              <a:ext uri="{FF2B5EF4-FFF2-40B4-BE49-F238E27FC236}">
                <a16:creationId xmlns:a16="http://schemas.microsoft.com/office/drawing/2014/main" id="{8FEE502E-43CA-6868-6F38-5E0C2CCC9D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4161809"/>
              </p:ext>
            </p:extLst>
          </p:nvPr>
        </p:nvGraphicFramePr>
        <p:xfrm>
          <a:off x="4885267" y="325967"/>
          <a:ext cx="6900333" cy="6206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199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788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0C885-9AC2-53CC-FEFF-DB6F3697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960120"/>
            <a:ext cx="3865695" cy="4171278"/>
          </a:xfrm>
        </p:spPr>
        <p:txBody>
          <a:bodyPr>
            <a:normAutofit/>
          </a:bodyPr>
          <a:lstStyle/>
          <a:p>
            <a:pPr algn="r"/>
            <a:r>
              <a:rPr lang="en-US" sz="6600" dirty="0">
                <a:solidFill>
                  <a:schemeClr val="tx1"/>
                </a:solidFill>
              </a:rPr>
              <a:t>Today</a:t>
            </a:r>
            <a:endParaRPr lang="en-US" sz="4400" dirty="0">
              <a:solidFill>
                <a:schemeClr val="tx1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52263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9B524-7DDF-83F3-2531-A64212441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163" y="960120"/>
            <a:ext cx="6836304" cy="4171278"/>
          </a:xfrm>
        </p:spPr>
        <p:txBody>
          <a:bodyPr>
            <a:normAutofit/>
          </a:bodyPr>
          <a:lstStyle/>
          <a:p>
            <a:r>
              <a:rPr lang="en-US" sz="2400" dirty="0"/>
              <a:t>PubMed’s Proximity Search</a:t>
            </a:r>
          </a:p>
          <a:p>
            <a:r>
              <a:rPr lang="en-US" sz="2400" dirty="0"/>
              <a:t>Pairwise Combinatorics</a:t>
            </a:r>
          </a:p>
          <a:p>
            <a:r>
              <a:rPr lang="en-US" sz="2400" dirty="0"/>
              <a:t>Pairwise PubMed Search Generator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800" dirty="0"/>
              <a:t>Get ready to answer a poll:</a:t>
            </a:r>
          </a:p>
          <a:p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www.menti.com</a:t>
            </a:r>
            <a:endParaRPr lang="en-US" sz="2400" dirty="0"/>
          </a:p>
          <a:p>
            <a:r>
              <a:rPr lang="en-US" sz="2400" dirty="0"/>
              <a:t>Enter the code on the poll slide to participate</a:t>
            </a:r>
          </a:p>
        </p:txBody>
      </p:sp>
    </p:spTree>
    <p:extLst>
      <p:ext uri="{BB962C8B-B14F-4D97-AF65-F5344CB8AC3E}">
        <p14:creationId xmlns:p14="http://schemas.microsoft.com/office/powerpoint/2010/main" val="2396336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8876FC7-262C-4D21-BF78-6A5AC1366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BE409A9-3B26-4DE4-A0DF-736A57D7D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DDFC98DB-AE56-4BC5-A7FC-E1958210D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4C56DFB-4797-43DA-AF68-54F5A0288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2E5DA65-4E8C-4ED5-BB6A-C4E1072C3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D6D08778-9B28-4AB2-8301-3751F4DAF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B6E71DBF-240E-4319-BE17-2155D0DCA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2235DD60-9149-4F52-BA2C-888BBDF8B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FDAF4AB-72D9-49A1-A44E-F2E432544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7C74439E-2FCE-4914-B25A-0E2EACF64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F2AC5F5-24C6-4B21-B2A6-14E2A3DDE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53E026AA-CFCC-425A-AEBB-5AF946E73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CFB34E43-D7A7-44DD-B688-0C80F75A5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79E6D206-E674-40DF-B2D9-F4D4C81F2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B8D71898-E190-48BB-9FA1-B18CFBECD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02FEB4C2-E567-43E3-982F-9FC2F85BB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3A5AE10-E218-4DE4-8C8A-E5DEF1CF6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6D62A9D-DBC0-4C69-A05C-785CCECCE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45CCB5FD-6E4A-498D-B96B-BB4FCC1DE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8CB57E2B-3E69-4131-A938-EE548A3E5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3BD171-940D-49F9-A450-D14C7C7B5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A28A8C9-77D1-4849-86D2-1275065E2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0C209A80-098E-469E-8C00-C6968D0D3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400F9E1-E8F2-45AE-AB64-B12ACDD4E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F68D903-F26B-46F9-911C-92FEC6A69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8E6E148-E023-4954-86E3-30141DFB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0D3F982F-CC17-4661-8EAF-7BC5E6735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90D37B37-763F-44D7-AEBC-44893638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7E4608D-34B6-48E2-8243-67D04B36F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F40C4AC8-50E7-49B1-8864-2CE866701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8B74515D-097E-4D6D-9614-3EE42477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B01B715E-8AF8-4069-AFF6-C4731F0C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E1E01D11-2228-4016-AD29-65D1C6DB2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1459FE25-5A43-4BCE-B99B-4F40DE8A4F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3B23074C-316F-47BD-8C6B-EC2FF4952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A8080108-D92A-4D64-AFA7-DCCBAF669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4CDA9133-E392-4602-8F72-342B0F2B1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41574FAC-64B1-48BF-9962-5F1D6F293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3C0763C8-12E2-42A2-96FE-5731CDF29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FA456C9D-7219-467B-B2AD-D5789A7D2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77284864-DE74-4A45-AD93-F63035040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2ECA1844-43F9-45F6-B52D-4854DBC48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F9ECEA64-1836-4323-A0A3-D4F829112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950F914B-7F44-4D5A-97BB-4BE453F4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A3EFB651-6736-424B-995D-48C4B0E55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FB4E014-64CE-4D11-A129-94A1893FA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FBDC1C1-8061-451F-8181-9F0402645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C35F105D-10BD-4664-8966-82DC76172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C9E557E-56E2-4C47-BB57-B5D2A4FB3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DE28EC-A64A-86E9-C249-062227E8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36" y="2075504"/>
            <a:ext cx="8679915" cy="1748729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400"/>
              <a:t>PubMed’s Proximity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2919F-5E38-384A-1041-8E0DAFAC5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9237" y="3906266"/>
            <a:ext cx="8673427" cy="1322587"/>
          </a:xfrm>
        </p:spPr>
        <p:txBody>
          <a:bodyPr vert="horz" lIns="91440" tIns="0" rIns="91440" bIns="45720" rtlCol="0">
            <a:normAutofit/>
          </a:bodyPr>
          <a:lstStyle/>
          <a:p>
            <a:pPr>
              <a:lnSpc>
                <a:spcPct val="10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08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3CD878-17B1-D323-2007-0CAB33429F3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91161" y="6858000"/>
            <a:ext cx="3498667" cy="2456485"/>
          </a:xfrm>
        </p:spPr>
        <p:txBody>
          <a:bodyPr vert="horz" lIns="228600" tIns="228600" rIns="228600" bIns="228600" rtlCol="0" anchor="t">
            <a:normAutofit fontScale="90000"/>
          </a:bodyPr>
          <a:lstStyle/>
          <a:p>
            <a:r>
              <a:rPr lang="en-US" dirty="0"/>
              <a:t>Poll: Do you use PubMed’s proximity search?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descr="Mentimeter Poll: Do you use PubMed's proximity search?&#10;&#10;Possible answers are Often, Sometimes, Rarely, and Never">
                <a:extLst>
                  <a:ext uri="{FF2B5EF4-FFF2-40B4-BE49-F238E27FC236}">
                    <a16:creationId xmlns:a16="http://schemas.microsoft.com/office/drawing/2014/main" id="{572C28FA-A072-0061-B117-502FC9085A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7936366"/>
                  </p:ext>
                </p:extLst>
              </p:nvPr>
            </p:nvGraphicFramePr>
            <p:xfrm>
              <a:off x="381000" y="215899"/>
              <a:ext cx="11430000" cy="64262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descr="Mentimeter Poll: Do you use PubMed's proximity search?&#10;&#10;Possible answers are Often, Sometimes, Rarely, and Never">
                <a:extLst>
                  <a:ext uri="{FF2B5EF4-FFF2-40B4-BE49-F238E27FC236}">
                    <a16:creationId xmlns:a16="http://schemas.microsoft.com/office/drawing/2014/main" id="{572C28FA-A072-0061-B117-502FC9085A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1000" y="215899"/>
                <a:ext cx="11430000" cy="642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2703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0729F1-ABF0-4A9E-8C03-5EE8FC122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A5E60E-2EE5-4070-9E95-A54C60978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A71CF87-9BBC-4AB0-878A-278ACC485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E5EBBA9-9C02-488B-A575-6DBA738C6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D65CEE0-F4D3-4F84-95C3-B77FF54F8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F79A4F55-3FE9-4F18-B5E7-C5C944821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03697276-7E3D-4850-9A31-9C6F09450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6E9014AE-1A87-44D4-A23D-8A593450B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387CC58F-4DDC-4D27-9DAE-F8C5492C2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708F92F9-72F5-4C86-A495-5036739E9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21E3EF7-F138-4E38-932D-521C39454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68FCAD62-290A-4076-924F-8800BC5AE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BDDD9DF-794F-4A57-8C24-05CC3DC94E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884B02D8-D58B-4B5D-B13D-57E16C756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F04E1BD-6735-4A01-B639-F788C0F2B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AC898E11-5718-4A4D-87A6-C30DBA5057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84A51033-BDA2-4B27-8746-8DA4EFCED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784759D4-AE04-49AF-A4B8-64B4E1F78F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692EC530-EEBF-4F46-83C8-C2672612E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8BCF6E7C-7AD8-4400-B0F2-1C9A494E5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634A57B2-C66C-41BE-9957-C2F2F1F57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FDCF624D-9F58-46CF-990F-1F7157581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3463A3D4-F18F-4A81-8CCF-EB518414EC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FA8816-2A3E-525C-C168-13D0C4A3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Limitations of PubMed’s proximity search</a:t>
            </a:r>
          </a:p>
        </p:txBody>
      </p:sp>
      <p:graphicFrame>
        <p:nvGraphicFramePr>
          <p:cNvPr id="5" name="Content Placeholder 2" descr="Unusual syntax&#10;Title, Title/Abstract, and Affiliation fields only&#10;No truncation!&#10;Building searches is tedious and error-prone">
            <a:extLst>
              <a:ext uri="{FF2B5EF4-FFF2-40B4-BE49-F238E27FC236}">
                <a16:creationId xmlns:a16="http://schemas.microsoft.com/office/drawing/2014/main" id="{4BF4EAF2-D219-92F3-B3E2-6274660E75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49947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7831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F08744-9D7B-4693-B8D6-2A5210AE9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32">
            <a:extLst>
              <a:ext uri="{FF2B5EF4-FFF2-40B4-BE49-F238E27FC236}">
                <a16:creationId xmlns:a16="http://schemas.microsoft.com/office/drawing/2014/main" id="{5B2E630F-F386-44FA-B1A1-C10A9BF43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36127">
            <a:off x="296272" y="1026251"/>
            <a:ext cx="7298578" cy="5088488"/>
          </a:xfrm>
          <a:custGeom>
            <a:avLst/>
            <a:gdLst>
              <a:gd name="connsiteX0" fmla="*/ 0 w 6428838"/>
              <a:gd name="connsiteY0" fmla="*/ 2579031 h 5158062"/>
              <a:gd name="connsiteX1" fmla="*/ 3214419 w 6428838"/>
              <a:gd name="connsiteY1" fmla="*/ 0 h 5158062"/>
              <a:gd name="connsiteX2" fmla="*/ 6428838 w 6428838"/>
              <a:gd name="connsiteY2" fmla="*/ 2579031 h 5158062"/>
              <a:gd name="connsiteX3" fmla="*/ 3214419 w 6428838"/>
              <a:gd name="connsiteY3" fmla="*/ 5158062 h 5158062"/>
              <a:gd name="connsiteX4" fmla="*/ 0 w 6428838"/>
              <a:gd name="connsiteY4" fmla="*/ 2579031 h 5158062"/>
              <a:gd name="connsiteX0" fmla="*/ 3321 w 6432159"/>
              <a:gd name="connsiteY0" fmla="*/ 2647125 h 5226156"/>
              <a:gd name="connsiteX1" fmla="*/ 2789723 w 6432159"/>
              <a:gd name="connsiteY1" fmla="*/ 0 h 5226156"/>
              <a:gd name="connsiteX2" fmla="*/ 6432159 w 6432159"/>
              <a:gd name="connsiteY2" fmla="*/ 2647125 h 5226156"/>
              <a:gd name="connsiteX3" fmla="*/ 3217740 w 6432159"/>
              <a:gd name="connsiteY3" fmla="*/ 5226156 h 5226156"/>
              <a:gd name="connsiteX4" fmla="*/ 3321 w 6432159"/>
              <a:gd name="connsiteY4" fmla="*/ 2647125 h 5226156"/>
              <a:gd name="connsiteX0" fmla="*/ 1953 w 6566979"/>
              <a:gd name="connsiteY0" fmla="*/ 2695803 h 5226224"/>
              <a:gd name="connsiteX1" fmla="*/ 2924543 w 6566979"/>
              <a:gd name="connsiteY1" fmla="*/ 39 h 5226224"/>
              <a:gd name="connsiteX2" fmla="*/ 6566979 w 6566979"/>
              <a:gd name="connsiteY2" fmla="*/ 2647164 h 5226224"/>
              <a:gd name="connsiteX3" fmla="*/ 3352560 w 6566979"/>
              <a:gd name="connsiteY3" fmla="*/ 5226195 h 5226224"/>
              <a:gd name="connsiteX4" fmla="*/ 1953 w 6566979"/>
              <a:gd name="connsiteY4" fmla="*/ 2695803 h 5226224"/>
              <a:gd name="connsiteX0" fmla="*/ 8982 w 6574008"/>
              <a:gd name="connsiteY0" fmla="*/ 2695803 h 5226313"/>
              <a:gd name="connsiteX1" fmla="*/ 2931572 w 6574008"/>
              <a:gd name="connsiteY1" fmla="*/ 39 h 5226313"/>
              <a:gd name="connsiteX2" fmla="*/ 6574008 w 6574008"/>
              <a:gd name="connsiteY2" fmla="*/ 2647164 h 5226313"/>
              <a:gd name="connsiteX3" fmla="*/ 3359589 w 6574008"/>
              <a:gd name="connsiteY3" fmla="*/ 5226195 h 5226313"/>
              <a:gd name="connsiteX4" fmla="*/ 8982 w 6574008"/>
              <a:gd name="connsiteY4" fmla="*/ 2695803 h 5226313"/>
              <a:gd name="connsiteX0" fmla="*/ 11929 w 6576955"/>
              <a:gd name="connsiteY0" fmla="*/ 2695953 h 5226463"/>
              <a:gd name="connsiteX1" fmla="*/ 2934519 w 6576955"/>
              <a:gd name="connsiteY1" fmla="*/ 189 h 5226463"/>
              <a:gd name="connsiteX2" fmla="*/ 6576955 w 6576955"/>
              <a:gd name="connsiteY2" fmla="*/ 2647314 h 5226463"/>
              <a:gd name="connsiteX3" fmla="*/ 3362536 w 6576955"/>
              <a:gd name="connsiteY3" fmla="*/ 5226345 h 5226463"/>
              <a:gd name="connsiteX4" fmla="*/ 11929 w 6576955"/>
              <a:gd name="connsiteY4" fmla="*/ 2695953 h 5226463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92159"/>
              <a:gd name="connsiteX1" fmla="*/ 2931852 w 6963394"/>
              <a:gd name="connsiteY1" fmla="*/ 10033 h 5292159"/>
              <a:gd name="connsiteX2" fmla="*/ 6963394 w 6963394"/>
              <a:gd name="connsiteY2" fmla="*/ 3318639 h 5292159"/>
              <a:gd name="connsiteX3" fmla="*/ 3359869 w 6963394"/>
              <a:gd name="connsiteY3" fmla="*/ 5236189 h 5292159"/>
              <a:gd name="connsiteX4" fmla="*/ 9262 w 6963394"/>
              <a:gd name="connsiteY4" fmla="*/ 2705797 h 5292159"/>
              <a:gd name="connsiteX0" fmla="*/ 9262 w 6963394"/>
              <a:gd name="connsiteY0" fmla="*/ 2705797 h 5259961"/>
              <a:gd name="connsiteX1" fmla="*/ 2931852 w 6963394"/>
              <a:gd name="connsiteY1" fmla="*/ 10033 h 5259961"/>
              <a:gd name="connsiteX2" fmla="*/ 6963394 w 6963394"/>
              <a:gd name="connsiteY2" fmla="*/ 3318639 h 5259961"/>
              <a:gd name="connsiteX3" fmla="*/ 3359869 w 6963394"/>
              <a:gd name="connsiteY3" fmla="*/ 5236189 h 5259961"/>
              <a:gd name="connsiteX4" fmla="*/ 9262 w 6963394"/>
              <a:gd name="connsiteY4" fmla="*/ 2705797 h 5259961"/>
              <a:gd name="connsiteX0" fmla="*/ 9557 w 7352795"/>
              <a:gd name="connsiteY0" fmla="*/ 2707501 h 5252013"/>
              <a:gd name="connsiteX1" fmla="*/ 2932147 w 7352795"/>
              <a:gd name="connsiteY1" fmla="*/ 11737 h 5252013"/>
              <a:gd name="connsiteX2" fmla="*/ 7352795 w 7352795"/>
              <a:gd name="connsiteY2" fmla="*/ 3378709 h 5252013"/>
              <a:gd name="connsiteX3" fmla="*/ 3360164 w 7352795"/>
              <a:gd name="connsiteY3" fmla="*/ 5237893 h 5252013"/>
              <a:gd name="connsiteX4" fmla="*/ 9557 w 7352795"/>
              <a:gd name="connsiteY4" fmla="*/ 2707501 h 5252013"/>
              <a:gd name="connsiteX0" fmla="*/ 8078 w 7789061"/>
              <a:gd name="connsiteY0" fmla="*/ 2744796 h 5249051"/>
              <a:gd name="connsiteX1" fmla="*/ 3368413 w 7789061"/>
              <a:gd name="connsiteY1" fmla="*/ 10121 h 5249051"/>
              <a:gd name="connsiteX2" fmla="*/ 7789061 w 7789061"/>
              <a:gd name="connsiteY2" fmla="*/ 3377093 h 5249051"/>
              <a:gd name="connsiteX3" fmla="*/ 3796430 w 7789061"/>
              <a:gd name="connsiteY3" fmla="*/ 5236277 h 5249051"/>
              <a:gd name="connsiteX4" fmla="*/ 8078 w 7789061"/>
              <a:gd name="connsiteY4" fmla="*/ 2744796 h 5249051"/>
              <a:gd name="connsiteX0" fmla="*/ 8078 w 7789061"/>
              <a:gd name="connsiteY0" fmla="*/ 2744796 h 5271741"/>
              <a:gd name="connsiteX1" fmla="*/ 3368413 w 7789061"/>
              <a:gd name="connsiteY1" fmla="*/ 10121 h 5271741"/>
              <a:gd name="connsiteX2" fmla="*/ 7789061 w 7789061"/>
              <a:gd name="connsiteY2" fmla="*/ 3377093 h 5271741"/>
              <a:gd name="connsiteX3" fmla="*/ 3796430 w 7789061"/>
              <a:gd name="connsiteY3" fmla="*/ 5236277 h 5271741"/>
              <a:gd name="connsiteX4" fmla="*/ 8078 w 7789061"/>
              <a:gd name="connsiteY4" fmla="*/ 2744796 h 5271741"/>
              <a:gd name="connsiteX0" fmla="*/ 1055 w 7782038"/>
              <a:gd name="connsiteY0" fmla="*/ 2738806 h 5438018"/>
              <a:gd name="connsiteX1" fmla="*/ 3361390 w 7782038"/>
              <a:gd name="connsiteY1" fmla="*/ 4131 h 5438018"/>
              <a:gd name="connsiteX2" fmla="*/ 7782038 w 7782038"/>
              <a:gd name="connsiteY2" fmla="*/ 3371103 h 5438018"/>
              <a:gd name="connsiteX3" fmla="*/ 3692130 w 7782038"/>
              <a:gd name="connsiteY3" fmla="*/ 5415113 h 5438018"/>
              <a:gd name="connsiteX4" fmla="*/ 1055 w 7782038"/>
              <a:gd name="connsiteY4" fmla="*/ 2738806 h 5438018"/>
              <a:gd name="connsiteX0" fmla="*/ 28883 w 7809866"/>
              <a:gd name="connsiteY0" fmla="*/ 2742147 h 5441359"/>
              <a:gd name="connsiteX1" fmla="*/ 3389218 w 7809866"/>
              <a:gd name="connsiteY1" fmla="*/ 7472 h 5441359"/>
              <a:gd name="connsiteX2" fmla="*/ 7809866 w 7809866"/>
              <a:gd name="connsiteY2" fmla="*/ 3374444 h 5441359"/>
              <a:gd name="connsiteX3" fmla="*/ 3719958 w 7809866"/>
              <a:gd name="connsiteY3" fmla="*/ 5418454 h 5441359"/>
              <a:gd name="connsiteX4" fmla="*/ 28883 w 7809866"/>
              <a:gd name="connsiteY4" fmla="*/ 2742147 h 5441359"/>
              <a:gd name="connsiteX0" fmla="*/ 36549 w 7817532"/>
              <a:gd name="connsiteY0" fmla="*/ 2751085 h 5450297"/>
              <a:gd name="connsiteX1" fmla="*/ 3396884 w 7817532"/>
              <a:gd name="connsiteY1" fmla="*/ 16410 h 5450297"/>
              <a:gd name="connsiteX2" fmla="*/ 7817532 w 7817532"/>
              <a:gd name="connsiteY2" fmla="*/ 3383382 h 5450297"/>
              <a:gd name="connsiteX3" fmla="*/ 3727624 w 7817532"/>
              <a:gd name="connsiteY3" fmla="*/ 5427392 h 5450297"/>
              <a:gd name="connsiteX4" fmla="*/ 36549 w 7817532"/>
              <a:gd name="connsiteY4" fmla="*/ 2751085 h 545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7532" h="5450297">
                <a:moveTo>
                  <a:pt x="36549" y="2751085"/>
                </a:moveTo>
                <a:cubicBezTo>
                  <a:pt x="-281221" y="925127"/>
                  <a:pt x="1526121" y="-147339"/>
                  <a:pt x="3396884" y="16410"/>
                </a:cubicBezTo>
                <a:cubicBezTo>
                  <a:pt x="5267647" y="180159"/>
                  <a:pt x="7817532" y="1453184"/>
                  <a:pt x="7817532" y="3383382"/>
                </a:cubicBezTo>
                <a:cubicBezTo>
                  <a:pt x="7700800" y="5342763"/>
                  <a:pt x="5024455" y="5532775"/>
                  <a:pt x="3727624" y="5427392"/>
                </a:cubicBezTo>
                <a:cubicBezTo>
                  <a:pt x="2430794" y="5322009"/>
                  <a:pt x="354319" y="4577043"/>
                  <a:pt x="36549" y="27510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Freeform: Shape 11">
            <a:extLst>
              <a:ext uri="{FF2B5EF4-FFF2-40B4-BE49-F238E27FC236}">
                <a16:creationId xmlns:a16="http://schemas.microsoft.com/office/drawing/2014/main" id="{73567C09-8B4D-49A6-A711-C44C5807D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3554541" y="-619573"/>
            <a:ext cx="9016699" cy="8033868"/>
          </a:xfrm>
          <a:custGeom>
            <a:avLst/>
            <a:gdLst>
              <a:gd name="connsiteX0" fmla="*/ 6078066 w 9016699"/>
              <a:gd name="connsiteY0" fmla="*/ 782055 h 8033868"/>
              <a:gd name="connsiteX1" fmla="*/ 8705208 w 9016699"/>
              <a:gd name="connsiteY1" fmla="*/ 3409197 h 8033868"/>
              <a:gd name="connsiteX2" fmla="*/ 8793057 w 9016699"/>
              <a:gd name="connsiteY2" fmla="*/ 3617452 h 8033868"/>
              <a:gd name="connsiteX3" fmla="*/ 9016699 w 9016699"/>
              <a:gd name="connsiteY3" fmla="*/ 4793120 h 8033868"/>
              <a:gd name="connsiteX4" fmla="*/ 8960084 w 9016699"/>
              <a:gd name="connsiteY4" fmla="*/ 5272709 h 8033868"/>
              <a:gd name="connsiteX5" fmla="*/ 8920563 w 9016699"/>
              <a:gd name="connsiteY5" fmla="*/ 5444162 h 8033868"/>
              <a:gd name="connsiteX6" fmla="*/ 6620466 w 9016699"/>
              <a:gd name="connsiteY6" fmla="*/ 7744259 h 8033868"/>
              <a:gd name="connsiteX7" fmla="*/ 6480006 w 9016699"/>
              <a:gd name="connsiteY7" fmla="*/ 7795347 h 8033868"/>
              <a:gd name="connsiteX8" fmla="*/ 4389696 w 9016699"/>
              <a:gd name="connsiteY8" fmla="*/ 7987178 h 8033868"/>
              <a:gd name="connsiteX9" fmla="*/ 3086984 w 9016699"/>
              <a:gd name="connsiteY9" fmla="*/ 7466023 h 8033868"/>
              <a:gd name="connsiteX10" fmla="*/ 3024300 w 9016699"/>
              <a:gd name="connsiteY10" fmla="*/ 7426965 h 8033868"/>
              <a:gd name="connsiteX11" fmla="*/ 519567 w 9016699"/>
              <a:gd name="connsiteY11" fmla="*/ 4922232 h 8033868"/>
              <a:gd name="connsiteX12" fmla="*/ 419495 w 9016699"/>
              <a:gd name="connsiteY12" fmla="*/ 4733719 h 8033868"/>
              <a:gd name="connsiteX13" fmla="*/ 3514 w 9016699"/>
              <a:gd name="connsiteY13" fmla="*/ 3245168 h 8033868"/>
              <a:gd name="connsiteX14" fmla="*/ 4193329 w 9016699"/>
              <a:gd name="connsiteY14" fmla="*/ 36108 h 8033868"/>
              <a:gd name="connsiteX15" fmla="*/ 5977677 w 9016699"/>
              <a:gd name="connsiteY15" fmla="*/ 722908 h 80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016699" h="8033868">
                <a:moveTo>
                  <a:pt x="6078066" y="782055"/>
                </a:moveTo>
                <a:lnTo>
                  <a:pt x="8705208" y="3409197"/>
                </a:lnTo>
                <a:lnTo>
                  <a:pt x="8793057" y="3617452"/>
                </a:lnTo>
                <a:cubicBezTo>
                  <a:pt x="8935615" y="3988374"/>
                  <a:pt x="9016699" y="4381324"/>
                  <a:pt x="9016699" y="4793120"/>
                </a:cubicBezTo>
                <a:cubicBezTo>
                  <a:pt x="9008675" y="4960329"/>
                  <a:pt x="8989449" y="5120121"/>
                  <a:pt x="8960084" y="5272709"/>
                </a:cubicBezTo>
                <a:lnTo>
                  <a:pt x="8920563" y="5444162"/>
                </a:lnTo>
                <a:lnTo>
                  <a:pt x="6620466" y="7744259"/>
                </a:lnTo>
                <a:lnTo>
                  <a:pt x="6480006" y="7795347"/>
                </a:lnTo>
                <a:cubicBezTo>
                  <a:pt x="5726471" y="8035167"/>
                  <a:pt x="4953020" y="8083925"/>
                  <a:pt x="4389696" y="7987178"/>
                </a:cubicBezTo>
                <a:cubicBezTo>
                  <a:pt x="4014146" y="7922680"/>
                  <a:pt x="3559510" y="7740111"/>
                  <a:pt x="3086984" y="7466023"/>
                </a:cubicBezTo>
                <a:lnTo>
                  <a:pt x="3024300" y="7426965"/>
                </a:lnTo>
                <a:lnTo>
                  <a:pt x="519567" y="4922232"/>
                </a:lnTo>
                <a:lnTo>
                  <a:pt x="419495" y="4733719"/>
                </a:lnTo>
                <a:cubicBezTo>
                  <a:pt x="181303" y="4258474"/>
                  <a:pt x="28977" y="3756361"/>
                  <a:pt x="3514" y="3245168"/>
                </a:cubicBezTo>
                <a:cubicBezTo>
                  <a:pt x="-112889" y="908287"/>
                  <a:pt x="2691131" y="-221884"/>
                  <a:pt x="4193329" y="36108"/>
                </a:cubicBezTo>
                <a:cubicBezTo>
                  <a:pt x="4662766" y="116730"/>
                  <a:pt x="5309837" y="354143"/>
                  <a:pt x="5977677" y="72290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6F594-47A4-68E1-C256-F56193744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79" y="2349925"/>
            <a:ext cx="2806660" cy="2456442"/>
          </a:xfrm>
        </p:spPr>
        <p:txBody>
          <a:bodyPr>
            <a:noAutofit/>
          </a:bodyPr>
          <a:lstStyle/>
          <a:p>
            <a:pPr algn="l"/>
            <a:r>
              <a:rPr lang="en-US" sz="4400" dirty="0"/>
              <a:t>Why is PubMed’s proximity search like that?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C212E-01E1-0468-E405-704CB06CC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438" y="944141"/>
            <a:ext cx="6923822" cy="49170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Short answer: Because </a:t>
            </a:r>
            <a:r>
              <a:rPr lang="en-US" sz="2200" dirty="0">
                <a:hlinkClick r:id="rId2"/>
              </a:rPr>
              <a:t>Solr</a:t>
            </a:r>
            <a:r>
              <a:rPr lang="en-US" sz="2200" dirty="0"/>
              <a:t>, the open source search engine software PubMed is currently built upon</a:t>
            </a:r>
          </a:p>
          <a:p>
            <a:pPr marL="0" indent="0">
              <a:buNone/>
            </a:pPr>
            <a:r>
              <a:rPr lang="en-US" sz="2200" dirty="0"/>
              <a:t>Clues from the </a:t>
            </a:r>
            <a:r>
              <a:rPr lang="en-US" sz="2200" dirty="0">
                <a:hlinkClick r:id="rId3"/>
              </a:rPr>
              <a:t>Standard Query Parser docs</a:t>
            </a:r>
            <a:r>
              <a:rPr lang="en-US" sz="2200" dirty="0"/>
              <a:t>: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Specifying Terms: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A phrase is a group of words surrounded by double quotes such as "hello dolly”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Wildcard Searches:</a:t>
            </a:r>
            <a:r>
              <a:rPr lang="en-US" sz="2000" dirty="0">
                <a:solidFill>
                  <a:schemeClr val="accent3"/>
                </a:solidFill>
              </a:rPr>
              <a:t> </a:t>
            </a:r>
            <a:r>
              <a:rPr lang="en-US" sz="2000" dirty="0"/>
              <a:t>Wildcard characters can be applied to single terms, but not to search phrases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Proximity Searches: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/>
              <a:t>To perform a proximity search, add the tilde character ~ and a numeric value to the end of a search phrase. For example, to search for "</a:t>
            </a:r>
            <a:r>
              <a:rPr lang="en-US" sz="2000" dirty="0" err="1"/>
              <a:t>apache</a:t>
            </a:r>
            <a:r>
              <a:rPr lang="en-US" sz="2000" dirty="0"/>
              <a:t>" and "</a:t>
            </a:r>
            <a:r>
              <a:rPr lang="en-US" sz="2000" dirty="0" err="1"/>
              <a:t>jakarta</a:t>
            </a:r>
            <a:r>
              <a:rPr lang="en-US" sz="2000" dirty="0"/>
              <a:t>" within 10 words of each other in a document, use the search: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jakarta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apache"~10</a:t>
            </a:r>
            <a:endParaRPr lang="en-US" sz="2000" i="1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609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8876FC7-262C-4D21-BF78-6A5AC1366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BE409A9-3B26-4DE4-A0DF-736A57D7D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DDFC98DB-AE56-4BC5-A7FC-E1958210D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4C56DFB-4797-43DA-AF68-54F5A0288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2E5DA65-4E8C-4ED5-BB6A-C4E1072C3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D6D08778-9B28-4AB2-8301-3751F4DAF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B6E71DBF-240E-4319-BE17-2155D0DCA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2235DD60-9149-4F52-BA2C-888BBDF8B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FDAF4AB-72D9-49A1-A44E-F2E432544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7C74439E-2FCE-4914-B25A-0E2EACF64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F2AC5F5-24C6-4B21-B2A6-14E2A3DDE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53E026AA-CFCC-425A-AEBB-5AF946E73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CFB34E43-D7A7-44DD-B688-0C80F75A5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79E6D206-E674-40DF-B2D9-F4D4C81F2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B8D71898-E190-48BB-9FA1-B18CFBECD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02FEB4C2-E567-43E3-982F-9FC2F85BB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3A5AE10-E218-4DE4-8C8A-E5DEF1CF6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6D62A9D-DBC0-4C69-A05C-785CCECCE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45CCB5FD-6E4A-498D-B96B-BB4FCC1DE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8CB57E2B-3E69-4131-A938-EE548A3E5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3BD171-940D-49F9-A450-D14C7C7B5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A28A8C9-77D1-4849-86D2-1275065E2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0C209A80-098E-469E-8C00-C6968D0D3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400F9E1-E8F2-45AE-AB64-B12ACDD4E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F68D903-F26B-46F9-911C-92FEC6A69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8E6E148-E023-4954-86E3-30141DFB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0D3F982F-CC17-4661-8EAF-7BC5E6735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90D37B37-763F-44D7-AEBC-44893638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7E4608D-34B6-48E2-8243-67D04B36F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F40C4AC8-50E7-49B1-8864-2CE866701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8B74515D-097E-4D6D-9614-3EE42477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B01B715E-8AF8-4069-AFF6-C4731F0C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E1E01D11-2228-4016-AD29-65D1C6DB2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1459FE25-5A43-4BCE-B99B-4F40DE8A4F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3B23074C-316F-47BD-8C6B-EC2FF4952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A8080108-D92A-4D64-AFA7-DCCBAF669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4CDA9133-E392-4602-8F72-342B0F2B1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41574FAC-64B1-48BF-9962-5F1D6F293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3C0763C8-12E2-42A2-96FE-5731CDF29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FA456C9D-7219-467B-B2AD-D5789A7D2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77284864-DE74-4A45-AD93-F63035040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2ECA1844-43F9-45F6-B52D-4854DBC48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F9ECEA64-1836-4323-A0A3-D4F829112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950F914B-7F44-4D5A-97BB-4BE453F4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A3EFB651-6736-424B-995D-48C4B0E55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FB4E014-64CE-4D11-A129-94A1893FA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FBDC1C1-8061-451F-8181-9F0402645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C35F105D-10BD-4664-8966-82DC76172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C9E557E-56E2-4C47-BB57-B5D2A4FB3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D37C4C6-2F4C-4A76-8F42-DA1A12A9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36" y="2075504"/>
            <a:ext cx="8679915" cy="1748729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400"/>
              <a:t>Pairwise Combinatorics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55277-377F-DB3D-517C-40E4614D4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9237" y="3906266"/>
            <a:ext cx="8673427" cy="1322587"/>
          </a:xfrm>
        </p:spPr>
        <p:txBody>
          <a:bodyPr vert="horz" lIns="91440" tIns="0" rIns="91440" bIns="45720" rtlCol="0">
            <a:normAutofit/>
          </a:bodyPr>
          <a:lstStyle/>
          <a:p>
            <a:pPr>
              <a:lnSpc>
                <a:spcPct val="10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7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19AA5E-BEB6-A635-04A1-6BB2DFF3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“pairwise” mean?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BDC84A-F48D-78FC-C546-A196642C94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Autofit/>
          </a:bodyPr>
          <a:lstStyle/>
          <a:p>
            <a:pPr marL="0" indent="0" algn="just">
              <a:buNone/>
            </a:pPr>
            <a:r>
              <a:rPr lang="en-US" sz="2800" dirty="0"/>
              <a:t>1						A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/>
              <a:t>2						B</a:t>
            </a: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r>
              <a:rPr lang="en-US" sz="2800" dirty="0"/>
              <a:t>3						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98BFD-A0FF-5BAB-7906-3FADB5A8B0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numCol="3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2"/>
                </a:solidFill>
              </a:rPr>
              <a:t>1 A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accent2"/>
                </a:solidFill>
              </a:rPr>
              <a:t>1 B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accent2"/>
                </a:solidFill>
              </a:rPr>
              <a:t>1 C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2 A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2 B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2 C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accent4"/>
                </a:solidFill>
              </a:rPr>
              <a:t>3 A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accent4"/>
                </a:solidFill>
              </a:rPr>
              <a:t>3 B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accent4"/>
                </a:solidFill>
              </a:rPr>
              <a:t>3 C</a:t>
            </a:r>
          </a:p>
        </p:txBody>
      </p:sp>
      <p:cxnSp>
        <p:nvCxnSpPr>
          <p:cNvPr id="83" name="Straight Arrow Connector 82" descr="Line connecting item 1 from the first list with item A from the second list to create the pair !A">
            <a:extLst>
              <a:ext uri="{FF2B5EF4-FFF2-40B4-BE49-F238E27FC236}">
                <a16:creationId xmlns:a16="http://schemas.microsoft.com/office/drawing/2014/main" id="{A072369E-963C-DC91-2EFE-F36B526A06CC}"/>
              </a:ext>
            </a:extLst>
          </p:cNvPr>
          <p:cNvCxnSpPr>
            <a:cxnSpLocks/>
          </p:cNvCxnSpPr>
          <p:nvPr/>
        </p:nvCxnSpPr>
        <p:spPr>
          <a:xfrm>
            <a:off x="5520264" y="719667"/>
            <a:ext cx="5071533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Straight Arrow Connector 83" descr="Line connecting item 2 from the first list with item B from the second list to create the pair 2B">
            <a:extLst>
              <a:ext uri="{FF2B5EF4-FFF2-40B4-BE49-F238E27FC236}">
                <a16:creationId xmlns:a16="http://schemas.microsoft.com/office/drawing/2014/main" id="{5C9BFCDB-56F3-171B-5618-1A2D0B0943F1}"/>
              </a:ext>
            </a:extLst>
          </p:cNvPr>
          <p:cNvCxnSpPr>
            <a:cxnSpLocks/>
          </p:cNvCxnSpPr>
          <p:nvPr/>
        </p:nvCxnSpPr>
        <p:spPr>
          <a:xfrm>
            <a:off x="5520264" y="2010834"/>
            <a:ext cx="5071533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Arrow Connector 84" descr="Line connecting item 3 from the first list with item C from the second list to create the pair 3C">
            <a:extLst>
              <a:ext uri="{FF2B5EF4-FFF2-40B4-BE49-F238E27FC236}">
                <a16:creationId xmlns:a16="http://schemas.microsoft.com/office/drawing/2014/main" id="{033E3F6C-0C9F-2E34-FCF2-51D601DFCDD5}"/>
              </a:ext>
            </a:extLst>
          </p:cNvPr>
          <p:cNvCxnSpPr>
            <a:cxnSpLocks/>
          </p:cNvCxnSpPr>
          <p:nvPr/>
        </p:nvCxnSpPr>
        <p:spPr>
          <a:xfrm>
            <a:off x="5520264" y="3302000"/>
            <a:ext cx="5071533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Arrow Connector 86" descr="Line connecting item 1 from the first list with item B from the second list to create the pair 1B">
            <a:extLst>
              <a:ext uri="{FF2B5EF4-FFF2-40B4-BE49-F238E27FC236}">
                <a16:creationId xmlns:a16="http://schemas.microsoft.com/office/drawing/2014/main" id="{035C1775-4039-4295-91E3-7F882EB0CB96}"/>
              </a:ext>
            </a:extLst>
          </p:cNvPr>
          <p:cNvCxnSpPr>
            <a:cxnSpLocks/>
          </p:cNvCxnSpPr>
          <p:nvPr/>
        </p:nvCxnSpPr>
        <p:spPr>
          <a:xfrm>
            <a:off x="5520264" y="719667"/>
            <a:ext cx="5071533" cy="129116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Arrow Connector 88" descr="Line connecting item 1 from the first list with item C from the second list to create the pair 1C">
            <a:extLst>
              <a:ext uri="{FF2B5EF4-FFF2-40B4-BE49-F238E27FC236}">
                <a16:creationId xmlns:a16="http://schemas.microsoft.com/office/drawing/2014/main" id="{F7CE28F5-C748-DD9B-BE54-ED558CDF2D11}"/>
              </a:ext>
            </a:extLst>
          </p:cNvPr>
          <p:cNvCxnSpPr>
            <a:cxnSpLocks/>
          </p:cNvCxnSpPr>
          <p:nvPr/>
        </p:nvCxnSpPr>
        <p:spPr>
          <a:xfrm>
            <a:off x="5520264" y="719667"/>
            <a:ext cx="5071533" cy="2582333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Straight Arrow Connector 90" descr="Line connecting item 2 from the first list with item A from the second list to create the pair 2A">
            <a:extLst>
              <a:ext uri="{FF2B5EF4-FFF2-40B4-BE49-F238E27FC236}">
                <a16:creationId xmlns:a16="http://schemas.microsoft.com/office/drawing/2014/main" id="{13301C66-F76D-6D91-944F-51E673AB1CDE}"/>
              </a:ext>
            </a:extLst>
          </p:cNvPr>
          <p:cNvCxnSpPr/>
          <p:nvPr/>
        </p:nvCxnSpPr>
        <p:spPr>
          <a:xfrm flipV="1">
            <a:off x="5520264" y="719667"/>
            <a:ext cx="5071533" cy="1291167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Straight Arrow Connector 92" descr="Line connecting item 2 from the first list with item C from the second list to create the pair 2C">
            <a:extLst>
              <a:ext uri="{FF2B5EF4-FFF2-40B4-BE49-F238E27FC236}">
                <a16:creationId xmlns:a16="http://schemas.microsoft.com/office/drawing/2014/main" id="{03D937D7-F589-2A06-A5E5-8290D4C6780E}"/>
              </a:ext>
            </a:extLst>
          </p:cNvPr>
          <p:cNvCxnSpPr/>
          <p:nvPr/>
        </p:nvCxnSpPr>
        <p:spPr>
          <a:xfrm>
            <a:off x="5520264" y="2010834"/>
            <a:ext cx="5071533" cy="129116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Arrow Connector 94" descr="Line connecting item 3 from the first list with item A from the second list to create the pair 3A">
            <a:extLst>
              <a:ext uri="{FF2B5EF4-FFF2-40B4-BE49-F238E27FC236}">
                <a16:creationId xmlns:a16="http://schemas.microsoft.com/office/drawing/2014/main" id="{279D608F-C325-2497-CD41-8AA0D5BC3127}"/>
              </a:ext>
            </a:extLst>
          </p:cNvPr>
          <p:cNvCxnSpPr/>
          <p:nvPr/>
        </p:nvCxnSpPr>
        <p:spPr>
          <a:xfrm flipV="1">
            <a:off x="5520264" y="719667"/>
            <a:ext cx="5071533" cy="258233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Straight Arrow Connector 96" descr="Line connecting item 3 from the first list with item B from the second list to create the pair 3B">
            <a:extLst>
              <a:ext uri="{FF2B5EF4-FFF2-40B4-BE49-F238E27FC236}">
                <a16:creationId xmlns:a16="http://schemas.microsoft.com/office/drawing/2014/main" id="{3E896F6A-DF5C-0904-EF96-43B66EA7C6CA}"/>
              </a:ext>
            </a:extLst>
          </p:cNvPr>
          <p:cNvCxnSpPr/>
          <p:nvPr/>
        </p:nvCxnSpPr>
        <p:spPr>
          <a:xfrm flipV="1">
            <a:off x="5520264" y="2010834"/>
            <a:ext cx="5071533" cy="1291166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24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88BF5-489B-B01A-0EF6-7B582DED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>
            <a:normAutofit/>
          </a:bodyPr>
          <a:lstStyle/>
          <a:p>
            <a:r>
              <a:rPr lang="en-US" sz="3700" dirty="0"/>
              <a:t>What are pairwise techniques</a:t>
            </a:r>
            <a:br>
              <a:rPr lang="en-US" sz="3700" dirty="0"/>
            </a:br>
            <a:r>
              <a:rPr lang="en-US" sz="3700" dirty="0"/>
              <a:t>used for?</a:t>
            </a:r>
          </a:p>
        </p:txBody>
      </p:sp>
      <p:graphicFrame>
        <p:nvGraphicFramePr>
          <p:cNvPr id="5" name="Content Placeholder 2" descr="•Ranking Choices&#10;•Decision Making Tools&#10;•Usability Testing&#10;•Statistical Analyses&#10;•Experimental Research Design&#10;•Software Test Generation&#10;•… not much in libraries or by librarians&#10;">
            <a:extLst>
              <a:ext uri="{FF2B5EF4-FFF2-40B4-BE49-F238E27FC236}">
                <a16:creationId xmlns:a16="http://schemas.microsoft.com/office/drawing/2014/main" id="{C8FED40B-168D-807C-FDF3-8C1D8A9E90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7329538"/>
              </p:ext>
            </p:extLst>
          </p:nvPr>
        </p:nvGraphicFramePr>
        <p:xfrm>
          <a:off x="5574890" y="803186"/>
          <a:ext cx="5821767" cy="5287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7972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8876FC7-262C-4D21-BF78-6A5AC1366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BE409A9-3B26-4DE4-A0DF-736A57D7D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DDFC98DB-AE56-4BC5-A7FC-E1958210D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4C56DFB-4797-43DA-AF68-54F5A0288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2E5DA65-4E8C-4ED5-BB6A-C4E1072C3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D6D08778-9B28-4AB2-8301-3751F4DAF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B6E71DBF-240E-4319-BE17-2155D0DCA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2235DD60-9149-4F52-BA2C-888BBDF8B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FDAF4AB-72D9-49A1-A44E-F2E432544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7C74439E-2FCE-4914-B25A-0E2EACF64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F2AC5F5-24C6-4B21-B2A6-14E2A3DDE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53E026AA-CFCC-425A-AEBB-5AF946E73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CFB34E43-D7A7-44DD-B688-0C80F75A5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79E6D206-E674-40DF-B2D9-F4D4C81F2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B8D71898-E190-48BB-9FA1-B18CFBECD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02FEB4C2-E567-43E3-982F-9FC2F85BB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3A5AE10-E218-4DE4-8C8A-E5DEF1CF6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6D62A9D-DBC0-4C69-A05C-785CCECCE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45CCB5FD-6E4A-498D-B96B-BB4FCC1DE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8CB57E2B-3E69-4131-A938-EE548A3E5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3BD171-940D-49F9-A450-D14C7C7B5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A28A8C9-77D1-4849-86D2-1275065E2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0C209A80-098E-469E-8C00-C6968D0D3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400F9E1-E8F2-45AE-AB64-B12ACDD4E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F68D903-F26B-46F9-911C-92FEC6A69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8E6E148-E023-4954-86E3-30141DFB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0D3F982F-CC17-4661-8EAF-7BC5E6735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90D37B37-763F-44D7-AEBC-44893638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7E4608D-34B6-48E2-8243-67D04B36F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F40C4AC8-50E7-49B1-8864-2CE866701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8B74515D-097E-4D6D-9614-3EE42477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B01B715E-8AF8-4069-AFF6-C4731F0C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E1E01D11-2228-4016-AD29-65D1C6DB2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1459FE25-5A43-4BCE-B99B-4F40DE8A4F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3B23074C-316F-47BD-8C6B-EC2FF4952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A8080108-D92A-4D64-AFA7-DCCBAF669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4CDA9133-E392-4602-8F72-342B0F2B1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41574FAC-64B1-48BF-9962-5F1D6F293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3C0763C8-12E2-42A2-96FE-5731CDF29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FA456C9D-7219-467B-B2AD-D5789A7D2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77284864-DE74-4A45-AD93-F63035040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2ECA1844-43F9-45F6-B52D-4854DBC48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F9ECEA64-1836-4323-A0A3-D4F829112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950F914B-7F44-4D5A-97BB-4BE453F4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A3EFB651-6736-424B-995D-48C4B0E55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FB4E014-64CE-4D11-A129-94A1893FA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FBDC1C1-8061-451F-8181-9F0402645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C35F105D-10BD-4664-8966-82DC76172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C9E557E-56E2-4C47-BB57-B5D2A4FB3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91A003-7105-9386-53F6-41BBC028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36" y="2075504"/>
            <a:ext cx="8679915" cy="1748729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800" dirty="0"/>
              <a:t>Pairwise PubMed Search Generator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AB992-3081-1A2D-FE24-86C7B566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9237" y="3906266"/>
            <a:ext cx="8673427" cy="1322587"/>
          </a:xfrm>
        </p:spPr>
        <p:txBody>
          <a:bodyPr vert="horz" lIns="91440" tIns="0" rIns="91440" bIns="45720" rtlCol="0">
            <a:normAutofit/>
          </a:bodyPr>
          <a:lstStyle/>
          <a:p>
            <a:pPr>
              <a:lnSpc>
                <a:spcPct val="10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68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0E3B3-B127-049C-6C83-F3C0A98C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D0729F1-ABF0-4A9E-8C03-5EE8FC122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A5E60E-2EE5-4070-9E95-A54C60978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A71CF87-9BBC-4AB0-878A-278ACC485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FE5EBBA9-9C02-488B-A575-6DBA738C6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4D65CEE0-F4D3-4F84-95C3-B77FF54F8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F79A4F55-3FE9-4F18-B5E7-C5C944821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03697276-7E3D-4850-9A31-9C6F09450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6E9014AE-1A87-44D4-A23D-8A593450B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387CC58F-4DDC-4D27-9DAE-F8C5492C2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708F92F9-72F5-4C86-A495-5036739E9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521E3EF7-F138-4E38-932D-521C39454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68FCAD62-290A-4076-924F-8800BC5AE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6BDDD9DF-794F-4A57-8C24-05CC3DC94E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884B02D8-D58B-4B5D-B13D-57E16C756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6F04E1BD-6735-4A01-B639-F788C0F2B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AC898E11-5718-4A4D-87A6-C30DBA5057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84A51033-BDA2-4B27-8746-8DA4EFCED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784759D4-AE04-49AF-A4B8-64B4E1F78F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692EC530-EEBF-4F46-83C8-C2672612E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8BCF6E7C-7AD8-4400-B0F2-1C9A494E5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634A57B2-C66C-41BE-9957-C2F2F1F57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FDCF624D-9F58-46CF-990F-1F7157581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3463A3D4-F18F-4A81-8CCF-EB518414EC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3960CB-D7CD-FB59-B5D5-82F46B02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Development Timeline</a:t>
            </a:r>
          </a:p>
        </p:txBody>
      </p:sp>
      <p:graphicFrame>
        <p:nvGraphicFramePr>
          <p:cNvPr id="7" name="Content Placeholder 2" descr="2018&#10; A Research Team asks the Library about combining long lists of genes with long lists of keywords to search all the pairings in PubMed&#10; Solved with a short Python script&#10; Stalled out turning it into a tool&#10;2022&#10; NLM introduces proximity search&#10;2024&#10; Revisited 2018 code and updated it for proximity search syntax&#10; Got serious about turning it into a tool&#10;">
            <a:extLst>
              <a:ext uri="{FF2B5EF4-FFF2-40B4-BE49-F238E27FC236}">
                <a16:creationId xmlns:a16="http://schemas.microsoft.com/office/drawing/2014/main" id="{6F97ED87-2A01-7734-9846-09001F5890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3774697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5963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3C5918A-1DC5-4CF3-AA27-00AA3088A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786683A-6FD6-4BF7-B3B0-DC3976773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274788" y="-15796"/>
            <a:ext cx="7911916" cy="6889592"/>
          </a:xfrm>
          <a:custGeom>
            <a:avLst/>
            <a:gdLst>
              <a:gd name="connsiteX0" fmla="*/ 1144064 w 7911916"/>
              <a:gd name="connsiteY0" fmla="*/ 0 h 6889592"/>
              <a:gd name="connsiteX1" fmla="*/ 7911916 w 7911916"/>
              <a:gd name="connsiteY1" fmla="*/ 0 h 6889592"/>
              <a:gd name="connsiteX2" fmla="*/ 7911916 w 7911916"/>
              <a:gd name="connsiteY2" fmla="*/ 6889592 h 6889592"/>
              <a:gd name="connsiteX3" fmla="*/ 1282780 w 7911916"/>
              <a:gd name="connsiteY3" fmla="*/ 6889592 h 6889592"/>
              <a:gd name="connsiteX4" fmla="*/ 1021588 w 7911916"/>
              <a:gd name="connsiteY4" fmla="*/ 6461391 h 6889592"/>
              <a:gd name="connsiteX5" fmla="*/ 841264 w 7911916"/>
              <a:gd name="connsiteY5" fmla="*/ 370936 h 6889592"/>
              <a:gd name="connsiteX6" fmla="*/ 1119707 w 7911916"/>
              <a:gd name="connsiteY6" fmla="*/ 26053 h 6889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11916" h="6889592">
                <a:moveTo>
                  <a:pt x="1144064" y="0"/>
                </a:moveTo>
                <a:lnTo>
                  <a:pt x="7911916" y="0"/>
                </a:lnTo>
                <a:lnTo>
                  <a:pt x="7911916" y="6889592"/>
                </a:lnTo>
                <a:lnTo>
                  <a:pt x="1282780" y="6889592"/>
                </a:lnTo>
                <a:lnTo>
                  <a:pt x="1021588" y="6461391"/>
                </a:lnTo>
                <a:cubicBezTo>
                  <a:pt x="-73086" y="4533675"/>
                  <a:pt x="-509682" y="2192905"/>
                  <a:pt x="841264" y="370936"/>
                </a:cubicBezTo>
                <a:cubicBezTo>
                  <a:pt x="928899" y="253509"/>
                  <a:pt x="1021859" y="138477"/>
                  <a:pt x="1119707" y="26053"/>
                </a:cubicBezTo>
                <a:close/>
              </a:path>
            </a:pathLst>
          </a:custGeom>
          <a:noFill/>
          <a:ln w="9525" cap="flat">
            <a:solidFill>
              <a:schemeClr val="tx1">
                <a:alpha val="1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169E50-59FB-4AEE-B61D-44A882A4C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249750" y="-6726"/>
            <a:ext cx="5931659" cy="6871452"/>
          </a:xfrm>
          <a:custGeom>
            <a:avLst/>
            <a:gdLst>
              <a:gd name="connsiteX0" fmla="*/ 2429503 w 5931659"/>
              <a:gd name="connsiteY0" fmla="*/ 0 h 6871452"/>
              <a:gd name="connsiteX1" fmla="*/ 5931659 w 5931659"/>
              <a:gd name="connsiteY1" fmla="*/ 0 h 6871452"/>
              <a:gd name="connsiteX2" fmla="*/ 5931659 w 5931659"/>
              <a:gd name="connsiteY2" fmla="*/ 6871452 h 6871452"/>
              <a:gd name="connsiteX3" fmla="*/ 1302090 w 5931659"/>
              <a:gd name="connsiteY3" fmla="*/ 6871452 h 6871452"/>
              <a:gd name="connsiteX4" fmla="*/ 1257860 w 5931659"/>
              <a:gd name="connsiteY4" fmla="*/ 6820098 h 6871452"/>
              <a:gd name="connsiteX5" fmla="*/ 456609 w 5931659"/>
              <a:gd name="connsiteY5" fmla="*/ 1965059 h 6871452"/>
              <a:gd name="connsiteX6" fmla="*/ 2356353 w 5931659"/>
              <a:gd name="connsiteY6" fmla="*/ 42030 h 687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1659" h="6871452">
                <a:moveTo>
                  <a:pt x="2429503" y="0"/>
                </a:moveTo>
                <a:lnTo>
                  <a:pt x="5931659" y="0"/>
                </a:lnTo>
                <a:lnTo>
                  <a:pt x="5931659" y="6871452"/>
                </a:lnTo>
                <a:lnTo>
                  <a:pt x="1302090" y="6871452"/>
                </a:lnTo>
                <a:lnTo>
                  <a:pt x="1257860" y="6820098"/>
                </a:lnTo>
                <a:cubicBezTo>
                  <a:pt x="121068" y="5395213"/>
                  <a:pt x="-469022" y="3541076"/>
                  <a:pt x="456609" y="1965059"/>
                </a:cubicBezTo>
                <a:cubicBezTo>
                  <a:pt x="919425" y="1178905"/>
                  <a:pt x="1583566" y="524859"/>
                  <a:pt x="2356353" y="42030"/>
                </a:cubicBezTo>
                <a:close/>
              </a:path>
            </a:pathLst>
          </a:custGeom>
          <a:noFill/>
          <a:ln w="9525" cap="flat">
            <a:solidFill>
              <a:schemeClr val="tx1">
                <a:alpha val="1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7C30F0-5A38-4B60-B632-3AF7C2780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33528" y="-3116"/>
            <a:ext cx="6766974" cy="6864232"/>
          </a:xfrm>
          <a:custGeom>
            <a:avLst/>
            <a:gdLst>
              <a:gd name="connsiteX0" fmla="*/ 2135088 w 6766974"/>
              <a:gd name="connsiteY0" fmla="*/ 0 h 6864232"/>
              <a:gd name="connsiteX1" fmla="*/ 6766974 w 6766974"/>
              <a:gd name="connsiteY1" fmla="*/ 0 h 6864232"/>
              <a:gd name="connsiteX2" fmla="*/ 6766974 w 6766974"/>
              <a:gd name="connsiteY2" fmla="*/ 6864232 h 6864232"/>
              <a:gd name="connsiteX3" fmla="*/ 1128977 w 6766974"/>
              <a:gd name="connsiteY3" fmla="*/ 6864232 h 6864232"/>
              <a:gd name="connsiteX4" fmla="*/ 1004776 w 6766974"/>
              <a:gd name="connsiteY4" fmla="*/ 6687663 h 6864232"/>
              <a:gd name="connsiteX5" fmla="*/ 709736 w 6766974"/>
              <a:gd name="connsiteY5" fmla="*/ 1521351 h 6864232"/>
              <a:gd name="connsiteX6" fmla="*/ 1896284 w 6766974"/>
              <a:gd name="connsiteY6" fmla="*/ 197391 h 68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6974" h="6864232">
                <a:moveTo>
                  <a:pt x="2135088" y="0"/>
                </a:moveTo>
                <a:lnTo>
                  <a:pt x="6766974" y="0"/>
                </a:lnTo>
                <a:lnTo>
                  <a:pt x="6766974" y="6864232"/>
                </a:lnTo>
                <a:lnTo>
                  <a:pt x="1128977" y="6864232"/>
                </a:lnTo>
                <a:lnTo>
                  <a:pt x="1004776" y="6687663"/>
                </a:lnTo>
                <a:cubicBezTo>
                  <a:pt x="-54053" y="5122098"/>
                  <a:pt x="-463081" y="3202457"/>
                  <a:pt x="709736" y="1521351"/>
                </a:cubicBezTo>
                <a:cubicBezTo>
                  <a:pt x="1045443" y="1039181"/>
                  <a:pt x="1446565" y="592246"/>
                  <a:pt x="1896284" y="197391"/>
                </a:cubicBezTo>
                <a:close/>
              </a:path>
            </a:pathLst>
          </a:custGeom>
          <a:noFill/>
          <a:ln w="9525" cap="flat">
            <a:solidFill>
              <a:schemeClr val="tx1">
                <a:alpha val="1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00CBA5-3F2B-4AAC-9F86-99AFECC19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36" y="0"/>
            <a:ext cx="5238864" cy="6858000"/>
          </a:xfrm>
          <a:custGeom>
            <a:avLst/>
            <a:gdLst>
              <a:gd name="connsiteX0" fmla="*/ 2829115 w 5238864"/>
              <a:gd name="connsiteY0" fmla="*/ 0 h 6864726"/>
              <a:gd name="connsiteX1" fmla="*/ 5238864 w 5238864"/>
              <a:gd name="connsiteY1" fmla="*/ 0 h 6864726"/>
              <a:gd name="connsiteX2" fmla="*/ 5238864 w 5238864"/>
              <a:gd name="connsiteY2" fmla="*/ 6864726 h 6864726"/>
              <a:gd name="connsiteX3" fmla="*/ 1518091 w 5238864"/>
              <a:gd name="connsiteY3" fmla="*/ 6864726 h 6864726"/>
              <a:gd name="connsiteX4" fmla="*/ 1435414 w 5238864"/>
              <a:gd name="connsiteY4" fmla="*/ 6778879 h 6864726"/>
              <a:gd name="connsiteX5" fmla="*/ 406006 w 5238864"/>
              <a:gd name="connsiteY5" fmla="*/ 2093910 h 6864726"/>
              <a:gd name="connsiteX6" fmla="*/ 2559142 w 5238864"/>
              <a:gd name="connsiteY6" fmla="*/ 124487 h 6864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38864" h="6864726">
                <a:moveTo>
                  <a:pt x="2829115" y="0"/>
                </a:moveTo>
                <a:lnTo>
                  <a:pt x="5238864" y="0"/>
                </a:lnTo>
                <a:lnTo>
                  <a:pt x="5238864" y="6864726"/>
                </a:lnTo>
                <a:lnTo>
                  <a:pt x="1518091" y="6864726"/>
                </a:lnTo>
                <a:lnTo>
                  <a:pt x="1435414" y="6778879"/>
                </a:lnTo>
                <a:cubicBezTo>
                  <a:pt x="226066" y="5476104"/>
                  <a:pt x="-499346" y="3635393"/>
                  <a:pt x="406006" y="2093910"/>
                </a:cubicBezTo>
                <a:cubicBezTo>
                  <a:pt x="907547" y="1241972"/>
                  <a:pt x="1674986" y="564513"/>
                  <a:pt x="2559142" y="12448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13042-E132-3992-FE05-F56F31ACD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927" y="1134142"/>
            <a:ext cx="4080006" cy="4589717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What can it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64B9B-0F1E-5FC5-C1E9-88B20FDC0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577" y="803186"/>
            <a:ext cx="5427137" cy="524862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Generate search strings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Combine a list of MeSH main headings with a list of subheadings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Combine two lists of search terms in a proximity search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Combine two lists of search terms with Boolean AND (intersection)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Launch searches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Copy to clipboard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Launch via button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Built-in example term lists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Search topic: frailty measures</a:t>
            </a:r>
          </a:p>
        </p:txBody>
      </p:sp>
    </p:spTree>
    <p:extLst>
      <p:ext uri="{BB962C8B-B14F-4D97-AF65-F5344CB8AC3E}">
        <p14:creationId xmlns:p14="http://schemas.microsoft.com/office/powerpoint/2010/main" val="617682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D0729F1-ABF0-4A9E-8C03-5EE8FC122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1A5E60E-2EE5-4070-9E95-A54C60978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CA71CF87-9BBC-4AB0-878A-278ACC485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FE5EBBA9-9C02-488B-A575-6DBA738C6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4D65CEE0-F4D3-4F84-95C3-B77FF54F8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F79A4F55-3FE9-4F18-B5E7-C5C944821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03697276-7E3D-4850-9A31-9C6F09450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10">
              <a:extLst>
                <a:ext uri="{FF2B5EF4-FFF2-40B4-BE49-F238E27FC236}">
                  <a16:creationId xmlns:a16="http://schemas.microsoft.com/office/drawing/2014/main" id="{6E9014AE-1A87-44D4-A23D-8A593450B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387CC58F-4DDC-4D27-9DAE-F8C5492C2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:a16="http://schemas.microsoft.com/office/drawing/2014/main" id="{708F92F9-72F5-4C86-A495-5036739E9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13">
              <a:extLst>
                <a:ext uri="{FF2B5EF4-FFF2-40B4-BE49-F238E27FC236}">
                  <a16:creationId xmlns:a16="http://schemas.microsoft.com/office/drawing/2014/main" id="{521E3EF7-F138-4E38-932D-521C39454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68FCAD62-290A-4076-924F-8800BC5AE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6BDDD9DF-794F-4A57-8C24-05CC3DC94E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884B02D8-D58B-4B5D-B13D-57E16C756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6F04E1BD-6735-4A01-B639-F788C0F2B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AC898E11-5718-4A4D-87A6-C30DBA5057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84A51033-BDA2-4B27-8746-8DA4EFCED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784759D4-AE04-49AF-A4B8-64B4E1F78F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692EC530-EEBF-4F46-83C8-C2672612E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8BCF6E7C-7AD8-4400-B0F2-1C9A494E5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">
              <a:extLst>
                <a:ext uri="{FF2B5EF4-FFF2-40B4-BE49-F238E27FC236}">
                  <a16:creationId xmlns:a16="http://schemas.microsoft.com/office/drawing/2014/main" id="{634A57B2-C66C-41BE-9957-C2F2F1F57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">
              <a:extLst>
                <a:ext uri="{FF2B5EF4-FFF2-40B4-BE49-F238E27FC236}">
                  <a16:creationId xmlns:a16="http://schemas.microsoft.com/office/drawing/2014/main" id="{FDCF624D-9F58-46CF-990F-1F7157581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5">
              <a:extLst>
                <a:ext uri="{FF2B5EF4-FFF2-40B4-BE49-F238E27FC236}">
                  <a16:creationId xmlns:a16="http://schemas.microsoft.com/office/drawing/2014/main" id="{3463A3D4-F18F-4A81-8CCF-EB518414EC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10390DA-F7CE-982B-CE68-D6186368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Why use it?</a:t>
            </a:r>
          </a:p>
        </p:txBody>
      </p:sp>
      <p:graphicFrame>
        <p:nvGraphicFramePr>
          <p:cNvPr id="57" name="Content Placeholder 2" descr="Eliminates tedious manual typing of term combinations&#13;&#10;Prevents search syntax errors&#13;&#10;Facilitates creation of complex search strategies&#13;&#10;Makes proximity searching more accessible for searchers who only have PubMed access&#13;&#10;">
            <a:extLst>
              <a:ext uri="{FF2B5EF4-FFF2-40B4-BE49-F238E27FC236}">
                <a16:creationId xmlns:a16="http://schemas.microsoft.com/office/drawing/2014/main" id="{3A3EFE6F-C018-3692-EE5A-9ECA707FA5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344958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2368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8876FC7-262C-4D21-BF78-6A5AC1366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BE409A9-3B26-4DE4-A0DF-736A57D7D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DDFC98DB-AE56-4BC5-A7FC-E1958210D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4C56DFB-4797-43DA-AF68-54F5A0288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A2E5DA65-4E8C-4ED5-BB6A-C4E1072C3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D6D08778-9B28-4AB2-8301-3751F4DAF3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B6E71DBF-240E-4319-BE17-2155D0DCA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2235DD60-9149-4F52-BA2C-888BBDF8B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1FDAF4AB-72D9-49A1-A44E-F2E432544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7C74439E-2FCE-4914-B25A-0E2EACF64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F2AC5F5-24C6-4B21-B2A6-14E2A3DDE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53E026AA-CFCC-425A-AEBB-5AF946E73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CFB34E43-D7A7-44DD-B688-0C80F75A5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79E6D206-E674-40DF-B2D9-F4D4C81F2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B8D71898-E190-48BB-9FA1-B18CFBECD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02FEB4C2-E567-43E3-982F-9FC2F85BB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F3A5AE10-E218-4DE4-8C8A-E5DEF1CF6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E6D62A9D-DBC0-4C69-A05C-785CCECCE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45CCB5FD-6E4A-498D-B96B-BB4FCC1DE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8CB57E2B-3E69-4131-A938-EE548A3E5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3BD171-940D-49F9-A450-D14C7C7B5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A28A8C9-77D1-4849-86D2-1275065E2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0C209A80-098E-469E-8C00-C6968D0D3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400F9E1-E8F2-45AE-AB64-B12ACDD4E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F68D903-F26B-46F9-911C-92FEC6A69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8E6E148-E023-4954-86E3-30141DFB5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0D3F982F-CC17-4661-8EAF-7BC5E6735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90D37B37-763F-44D7-AEBC-44893638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37E4608D-34B6-48E2-8243-67D04B36F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F40C4AC8-50E7-49B1-8864-2CE866701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8B74515D-097E-4D6D-9614-3EE42477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B01B715E-8AF8-4069-AFF6-C4731F0C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E1E01D11-2228-4016-AD29-65D1C6DB2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1459FE25-5A43-4BCE-B99B-4F40DE8A4F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3B23074C-316F-47BD-8C6B-EC2FF4952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A8080108-D92A-4D64-AFA7-DCCBAF669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4CDA9133-E392-4602-8F72-342B0F2B1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41574FAC-64B1-48BF-9962-5F1D6F2931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3C0763C8-12E2-42A2-96FE-5731CDF29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FA456C9D-7219-467B-B2AD-D5789A7D2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77284864-DE74-4A45-AD93-F63035040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2ECA1844-43F9-45F6-B52D-4854DBC48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F9ECEA64-1836-4323-A0A3-D4F829112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950F914B-7F44-4D5A-97BB-4BE453F4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A3EFB651-6736-424B-995D-48C4B0E558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FB4E014-64CE-4D11-A129-94A1893FA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FBDC1C1-8061-451F-8181-9F0402645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C35F105D-10BD-4664-8966-82DC76172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C9E557E-56E2-4C47-BB57-B5D2A4FB3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05B1FC8-367A-39AD-9164-7F29CEA11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36" y="2075504"/>
            <a:ext cx="8679915" cy="1748729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400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2CFE9-E730-C0BE-9789-0F751979D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9237" y="3906266"/>
            <a:ext cx="8673427" cy="1322587"/>
          </a:xfrm>
        </p:spPr>
        <p:txBody>
          <a:bodyPr vert="horz" lIns="91440" tIns="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https://pairwise-pubmed.streamlit.app/</a:t>
            </a:r>
            <a:r>
              <a:rPr lang="en-US" dirty="0">
                <a:solidFill>
                  <a:schemeClr val="bg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1281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blnks7hgwxctg45h6qgu45edk1j2gwpa"/>
</p:tagLst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78C30D"/>
      </a:accent1>
      <a:accent2>
        <a:srgbClr val="099B62"/>
      </a:accent2>
      <a:accent3>
        <a:srgbClr val="21CFDF"/>
      </a:accent3>
      <a:accent4>
        <a:srgbClr val="179FDF"/>
      </a:accent4>
      <a:accent5>
        <a:srgbClr val="E75710"/>
      </a:accent5>
      <a:accent6>
        <a:srgbClr val="F89C19"/>
      </a:accent6>
      <a:hlink>
        <a:srgbClr val="7CDE25"/>
      </a:hlink>
      <a:folHlink>
        <a:srgbClr val="BCE8A8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EF0781-FB17-4F1F-B3B1-699933968C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3A0BD18A-7BD6-9F40-A878-0804300FB645}">
  <we:reference id="wa104379261" version="4.3.0.0" store="en-001" storeType="OMEX"/>
  <we:alternateReferences>
    <we:reference id="WA104379261" version="4.3.0.0" store="" storeType="OMEX"/>
  </we:alternateReferences>
  <we:properties>
    <we:property name="MENTIMETER_QUESTION_ID_KEY" value="&quot;uvyq26jfj9wf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2803</TotalTime>
  <Words>582</Words>
  <Application>Microsoft Macintosh PowerPoint</Application>
  <PresentationFormat>Widescreen</PresentationFormat>
  <Paragraphs>99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Calibri Light</vt:lpstr>
      <vt:lpstr>Consolas</vt:lpstr>
      <vt:lpstr>Rockwell</vt:lpstr>
      <vt:lpstr>Wingdings</vt:lpstr>
      <vt:lpstr>Atlas</vt:lpstr>
      <vt:lpstr>Two Lists Enter, One Search Leaves!</vt:lpstr>
      <vt:lpstr>Hello! I’m Marijane. (she/they)</vt:lpstr>
      <vt:lpstr>Today</vt:lpstr>
      <vt:lpstr>PubMed’s Proximity Search</vt:lpstr>
      <vt:lpstr>Poll: Do you use PubMed’s proximity search?</vt:lpstr>
      <vt:lpstr>Limitations of PubMed’s proximity search</vt:lpstr>
      <vt:lpstr>Why is PubMed’s proximity search like that?</vt:lpstr>
      <vt:lpstr>Pairwise Combinatorics</vt:lpstr>
      <vt:lpstr>What does “pairwise” mean?</vt:lpstr>
      <vt:lpstr>What are pairwise techniques used for?</vt:lpstr>
      <vt:lpstr>Pairwise PubMed Search Generator</vt:lpstr>
      <vt:lpstr>Development Timeline</vt:lpstr>
      <vt:lpstr>What can it do?</vt:lpstr>
      <vt:lpstr>Why use it?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Marijane White</dc:creator>
  <cp:lastModifiedBy>Marijane White</cp:lastModifiedBy>
  <cp:revision>6</cp:revision>
  <dcterms:created xsi:type="dcterms:W3CDTF">2025-10-02T17:10:15Z</dcterms:created>
  <dcterms:modified xsi:type="dcterms:W3CDTF">2025-11-04T18:12:26Z</dcterms:modified>
</cp:coreProperties>
</file>